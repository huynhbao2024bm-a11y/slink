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10731a5dd394fbd" /><Relationship Type="http://schemas.openxmlformats.org/officeDocument/2006/relationships/extended-properties" Target="/docProps/app.xml" Id="R16446550edaa4825" /><Relationship Type="http://schemas.openxmlformats.org/officeDocument/2006/relationships/officeDocument" Target="/ppt/presentation.xml" Id="R8bac303a03e4436a" /></Relationships>
</file>

<file path=ppt/presentation.xml><?xml version="1.0" encoding="utf-8"?>
<p:presentation xmlns:p="http://schemas.openxmlformats.org/presentationml/2006/main">
  <p:sldMasterIdLst>
    <p:sldMasterId xmlns:r="http://schemas.openxmlformats.org/officeDocument/2006/relationships" id="2147483648" r:id="R1615a81319434cd8"/>
  </p:sldMasterIdLst>
  <p:notesMasterIdLst>
    <p:notesMasterId xmlns:r="http://schemas.openxmlformats.org/officeDocument/2006/relationships" r:id="R7bed8f164bce4b1e"/>
  </p:notesMasterIdLst>
  <p:sldIdLst>
    <p:sldId xmlns:r="http://schemas.openxmlformats.org/officeDocument/2006/relationships" id="256" r:id="Re28d6bc9414b4814"/>
    <p:sldId xmlns:r="http://schemas.openxmlformats.org/officeDocument/2006/relationships" id="257" r:id="Rb2ef3920591b4172"/>
    <p:sldId xmlns:r="http://schemas.openxmlformats.org/officeDocument/2006/relationships" id="258" r:id="R833a5309acd84c31"/>
    <p:sldId xmlns:r="http://schemas.openxmlformats.org/officeDocument/2006/relationships" id="259" r:id="Rdcad052a6a6f48e1"/>
    <p:sldId xmlns:r="http://schemas.openxmlformats.org/officeDocument/2006/relationships" id="260" r:id="R4d177518f2a54516"/>
    <p:sldId xmlns:r="http://schemas.openxmlformats.org/officeDocument/2006/relationships" id="261" r:id="Rf71106d68ef44d0b"/>
    <p:sldId xmlns:r="http://schemas.openxmlformats.org/officeDocument/2006/relationships" id="262" r:id="R5cfc5faa11b145ef"/>
    <p:sldId xmlns:r="http://schemas.openxmlformats.org/officeDocument/2006/relationships" id="263" r:id="Rb0434a3de8be45da"/>
    <p:sldId xmlns:r="http://schemas.openxmlformats.org/officeDocument/2006/relationships" id="264" r:id="R85994447c0824bc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cc30e0e0d74059" /><Relationship Type="http://schemas.openxmlformats.org/officeDocument/2006/relationships/slideMaster" Target="/ppt/slideMasters/slideMaster1.xml" Id="R1615a81319434cd8" /><Relationship Type="http://schemas.openxmlformats.org/officeDocument/2006/relationships/notesMaster" Target="/ppt/notesMasters/notesMaster1.xml" Id="R7bed8f164bce4b1e" /><Relationship Type="http://schemas.openxmlformats.org/officeDocument/2006/relationships/presProps" Target="/ppt/presProps.xml" Id="R496add94b5364e58" /><Relationship Type="http://schemas.openxmlformats.org/officeDocument/2006/relationships/tableStyles" Target="/ppt/tableStyles.xml" Id="Rba696a865354499d" /><Relationship Type="http://schemas.openxmlformats.org/officeDocument/2006/relationships/slide" Target="/ppt/slides/slide1.xml" Id="Re28d6bc9414b4814" /><Relationship Type="http://schemas.openxmlformats.org/officeDocument/2006/relationships/slide" Target="/ppt/slides/slide2.xml" Id="Rb2ef3920591b4172" /><Relationship Type="http://schemas.openxmlformats.org/officeDocument/2006/relationships/slide" Target="/ppt/slides/slide3.xml" Id="R833a5309acd84c31" /><Relationship Type="http://schemas.openxmlformats.org/officeDocument/2006/relationships/slide" Target="/ppt/slides/slide4.xml" Id="Rdcad052a6a6f48e1" /><Relationship Type="http://schemas.openxmlformats.org/officeDocument/2006/relationships/slide" Target="/ppt/slides/slide5.xml" Id="R4d177518f2a54516" /><Relationship Type="http://schemas.openxmlformats.org/officeDocument/2006/relationships/slide" Target="/ppt/slides/slide6.xml" Id="Rf71106d68ef44d0b" /><Relationship Type="http://schemas.openxmlformats.org/officeDocument/2006/relationships/slide" Target="/ppt/slides/slide7.xml" Id="R5cfc5faa11b145ef" /><Relationship Type="http://schemas.openxmlformats.org/officeDocument/2006/relationships/slide" Target="/ppt/slides/slide8.xml" Id="Rb0434a3de8be45da" /><Relationship Type="http://schemas.openxmlformats.org/officeDocument/2006/relationships/slide" Target="/ppt/slides/slide9.xml" Id="R85994447c0824bc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c37737244143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7cffb3551c466e" /><Relationship Type="http://schemas.openxmlformats.org/officeDocument/2006/relationships/notesMaster" Target="/ppt/notesMasters/notesMaster1.xml" Id="R303139fda7af4d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efe2de4e0c4935" /><Relationship Type="http://schemas.openxmlformats.org/officeDocument/2006/relationships/notesMaster" Target="/ppt/notesMasters/notesMaster1.xml" Id="R0970ee6c7e0843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944859e06545be" /><Relationship Type="http://schemas.openxmlformats.org/officeDocument/2006/relationships/notesMaster" Target="/ppt/notesMasters/notesMaster1.xml" Id="R1140a5be1c1f4b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37c0a991f94db2" /><Relationship Type="http://schemas.openxmlformats.org/officeDocument/2006/relationships/notesMaster" Target="/ppt/notesMasters/notesMaster1.xml" Id="Rb5525239328041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1f4657d8f14f44" /><Relationship Type="http://schemas.openxmlformats.org/officeDocument/2006/relationships/notesMaster" Target="/ppt/notesMasters/notesMaster1.xml" Id="Rde2236d5da0b47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6ba275ba0e4574" /><Relationship Type="http://schemas.openxmlformats.org/officeDocument/2006/relationships/notesMaster" Target="/ppt/notesMasters/notesMaster1.xml" Id="Rd97e07d4bbb84b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94b54e5de944d6d" /><Relationship Type="http://schemas.openxmlformats.org/officeDocument/2006/relationships/notesMaster" Target="/ppt/notesMasters/notesMaster1.xml" Id="R044e33d7af0748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016304435f4a7c" /><Relationship Type="http://schemas.openxmlformats.org/officeDocument/2006/relationships/notesMaster" Target="/ppt/notesMasters/notesMaster1.xml" Id="R65c72da0c83d4a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5f82626f3f47b2" /><Relationship Type="http://schemas.openxmlformats.org/officeDocument/2006/relationships/notesMaster" Target="/ppt/notesMasters/notesMaster1.xml" Id="R74c807c3b3bd4d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mục tiêu của Slink: giúp cửa hàng ghi nhận giao dịch và theo dõi các việc vận hành thường ngày ở cùng một nơi. Đây là bản giới thiệu trạng thái hiện tại và kế hoạch thử nghiệm, không phải tuyên bố phát hành thương mại.</a:t>
            </a:r>
          </a:p>
          <a:p xmlns:a="http://schemas.openxmlformats.org/drawingml/2006/main">
            <a:r>
              <a:t/>
            </a:r>
          </a:p>
          <a:p xmlns:a="http://schemas.openxmlformats.org/drawingml/2006/main">
            <a:r>
              <a:t>Tài liệu nền: docs/PROJECT_MANDATE.md; docs/BUILD_CHARTER.md.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đưa số liệu thị trường hay phỏng vấn chưa thực hiện vào bài. Mời ban giám khảo xem đây là giả thuyết vấn đề; việc xác nhận cần qua phỏng vấn và cửa hàng thử nghiệm.</a:t>
            </a:r>
          </a:p>
          <a:p xmlns:a="http://schemas.openxmlformats.org/drawingml/2006/main">
            <a:r>
              <a:t/>
            </a:r>
          </a:p>
          <a:p xmlns:a="http://schemas.openxmlformats.org/drawingml/2006/main">
            <a:r>
              <a:t>Tài liệu nền: docs/PRODUCT.md; docs/DELIVERY_ROADMAP.md.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đây là chuỗi giao dịch và hồ sơ hiện có trong mã nguồn. Nhấn mạnh hàng trả, thanh toán, công nợ và tồn kho phải giữ lịch sử và được kiểm soát theo cửa hàng.</a:t>
            </a:r>
          </a:p>
          <a:p xmlns:a="http://schemas.openxmlformats.org/drawingml/2006/main">
            <a:r>
              <a:t/>
            </a:r>
          </a:p>
          <a:p xmlns:a="http://schemas.openxmlformats.org/drawingml/2006/main">
            <a:r>
              <a:t>Tài liệu nền: docs/PRODUCT.md; docs/DELIVERY_ROADMAP.md.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Nói rõ ranh giới giữa mã nguồn và môi trường thật. Voucher có migration 0018 trong nhánh làm việc; CSDL local được ghi nhận ở 0017, nên không mô tả đây là tính năng đã chạy trên cửa hàng production.</a:t>
            </a:r>
          </a:p>
          <a:p xmlns:a="http://schemas.openxmlformats.org/drawingml/2006/main">
            <a:r>
              <a:t/>
            </a:r>
          </a:p>
          <a:p xmlns:a="http://schemas.openxmlformats.org/drawingml/2006/main">
            <a:r>
              <a:t>Tài liệu nền: docs/PRODUCT.md; docs/DELIVERY_ROADMAP.md; docs/EXECUTION_PLAN.md.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CSDL thật của người dùng được ghi nhận ở migration 0017. Mã nguồn chứa migration 0018. Bài kiểm tra PGlite cho voucher xác nhận preview không ghi dữ liệu, tính lại số tiền ở máy chủ, giới hạn sử dụng đồng thời, chống gửi trùng, và chính sách RLS. Không diễn giải các kết quả này là triển khai production hay kiểm tra trải nghiệm.</a:t>
            </a:r>
          </a:p>
          <a:p xmlns:a="http://schemas.openxmlformats.org/drawingml/2006/main">
            <a:r>
              <a:t/>
            </a:r>
          </a:p>
          <a:p xmlns:a="http://schemas.openxmlformats.org/drawingml/2006/main">
            <a:r>
              <a:t>Tài liệu nền: docs/DELIVERY_ROADMAP.md; docs/EXECUTION_PLAN.md; server/test/api.test.js.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phân khúc và thuê bao là giả thuyết kinh doanh. Không nêu TAM/SAM/SOM hoặc mức giá khi chưa có nguồn và nghiên cứu khách hàng.</a:t>
            </a:r>
          </a:p>
          <a:p xmlns:a="http://schemas.openxmlformats.org/drawingml/2006/main">
            <a:r>
              <a:t/>
            </a:r>
          </a:p>
          <a:p xmlns:a="http://schemas.openxmlformats.org/drawingml/2006/main">
            <a:r>
              <a:t>Tài liệu nền: docs/DELIVERY_ROADMAP.md; docs/EXECUTION_PLAN.md.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định hướng định vị và tiêu chí pilot. Tránh so sánh chưa kiểm chứng với KiotViet hoặc đối thủ khác. Phân biệt bảo đảm dữ liệu trong mã nguồn với trải nghiệm thực tế cần thử.</a:t>
            </a:r>
          </a:p>
          <a:p xmlns:a="http://schemas.openxmlformats.org/drawingml/2006/main">
            <a:r>
              <a:t/>
            </a:r>
          </a:p>
          <a:p xmlns:a="http://schemas.openxmlformats.org/drawingml/2006/main">
            <a:r>
              <a:t>Tài liệu nền: docs/PRODUCT.md; docs/BUILD_CHARTER.md; docs/DELIVERY_ROADMAP.md.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Kịch bản này là hướng dẫn trình diễn, không phải kết quả nghiệm thu của người bán. Trước khi trình bày, chạy lại đúng luồng trên một cửa hàng demo riêng; nếu không sẵn sàng, dùng deck và nói rõ giới hạn.</a:t>
            </a:r>
          </a:p>
          <a:p xmlns:a="http://schemas.openxmlformats.org/drawingml/2006/main">
            <a:r>
              <a:t/>
            </a:r>
          </a:p>
          <a:p xmlns:a="http://schemas.openxmlformats.org/drawingml/2006/main">
            <a:r>
              <a:t>Tài liệu nền: docs/DELIVERY_ROADMAP.md; scripts/postgres-native-acceptance.js.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bằng lời mời đồng hành: cửa hàng pilot, mentor về vận hành / sản phẩm và kết nối đối tác có sandbox phù hợp. Không hứa lịch triển khai hoặc connector khi chưa có các phụ thuộc.</a:t>
            </a:r>
          </a:p>
          <a:p xmlns:a="http://schemas.openxmlformats.org/drawingml/2006/main">
            <a:r>
              <a:t/>
            </a:r>
          </a:p>
          <a:p xmlns:a="http://schemas.openxmlformats.org/drawingml/2006/main">
            <a:r>
              <a:t>Tài liệu nền: docs/EXECUTION_PLAN.md; docs/DELIVERY_ROADMAP.md.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cef106971941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ce423708f149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cb5bf124fe5403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c6916720c554c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18395db67c48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84429a07c54d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243A87-CFED-478D-A73E-9CB0DAFB1C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24834E-275A-4AA2-8146-3D7380EF764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C4AD11-1455-4154-87C8-BEAC001BF04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AD0928-5923-4A5F-A9C7-D3F182C35B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F391C89-7224-4B51-8576-FA5E8FB1BAE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65E13BC-72E7-48A2-A5E9-84FE9C8B2A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BE84BB-1D3F-4FEF-AA28-3D105318E8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7ADF4D7-35B4-4402-9AA2-5CDDA31E75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99561B-3CF0-49D0-93E4-D8DF405FD7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DDFFA55-D30B-48FE-A43F-02A7FA0A3E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33c61d3d8834626" /><Relationship Type="http://schemas.openxmlformats.org/officeDocument/2006/relationships/slideLayout" Target="/ppt/slideLayouts/slideLayout1.xml" Id="R6e0ad32455f04a79" /><Relationship Type="http://schemas.openxmlformats.org/officeDocument/2006/relationships/slideLayout" Target="/ppt/slideLayouts/slideLayout2.xml" Id="Radcffe7c4fef4179" /><Relationship Type="http://schemas.openxmlformats.org/officeDocument/2006/relationships/slideLayout" Target="/ppt/slideLayouts/slideLayout3.xml" Id="R0afeb3c08cdd4b16" /><Relationship Type="http://schemas.openxmlformats.org/officeDocument/2006/relationships/slideLayout" Target="/ppt/slideLayouts/slideLayout4.xml" Id="R60e1899d799248fb" /><Relationship Type="http://schemas.openxmlformats.org/officeDocument/2006/relationships/slideLayout" Target="/ppt/slideLayouts/slideLayout5.xml" Id="Rb89aa64c6ab94ece" /><Relationship Type="http://schemas.openxmlformats.org/officeDocument/2006/relationships/slideLayout" Target="/ppt/slideLayouts/slideLayout6.xml" Id="Rd0394151faee44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e0ad32455f04a79"/>
    <p:sldLayoutId xmlns:r="http://schemas.openxmlformats.org/officeDocument/2006/relationships" id="2147483650" r:id="Radcffe7c4fef4179"/>
    <p:sldLayoutId xmlns:r="http://schemas.openxmlformats.org/officeDocument/2006/relationships" id="2147483651" r:id="R0afeb3c08cdd4b16"/>
    <p:sldLayoutId xmlns:r="http://schemas.openxmlformats.org/officeDocument/2006/relationships" id="2147483652" r:id="R60e1899d799248fb"/>
    <p:sldLayoutId xmlns:r="http://schemas.openxmlformats.org/officeDocument/2006/relationships" id="2147483653" r:id="Rb89aa64c6ab94ece"/>
    <p:sldLayoutId xmlns:r="http://schemas.openxmlformats.org/officeDocument/2006/relationships" id="2147483654" r:id="Rd0394151faee44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8f50172f89c486d" /><Relationship Type="http://schemas.openxmlformats.org/officeDocument/2006/relationships/image" Target="/ppt/media/image.png" Id="R2e8956fd811a4bf7" /><Relationship Type="http://schemas.openxmlformats.org/officeDocument/2006/relationships/notesSlide" Target="/ppt/notesSlides/notesSlide1.xml" Id="Rb9317f64df3147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4343df58ba4dc0" /><Relationship Type="http://schemas.openxmlformats.org/officeDocument/2006/relationships/notesSlide" Target="/ppt/notesSlides/notesSlide2.xml" Id="R41a439622ee347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932fafb9a39478e" /><Relationship Type="http://schemas.openxmlformats.org/officeDocument/2006/relationships/notesSlide" Target="/ppt/notesSlides/notesSlide3.xml" Id="R06c7e79008ee46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aea4e27adc4fde" /><Relationship Type="http://schemas.openxmlformats.org/officeDocument/2006/relationships/notesSlide" Target="/ppt/notesSlides/notesSlide4.xml" Id="Rf203d41d40624e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5486a50f214298" /><Relationship Type="http://schemas.openxmlformats.org/officeDocument/2006/relationships/notesSlide" Target="/ppt/notesSlides/notesSlide5.xml" Id="Rcd2a82f7ccca44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21d5267110c4c15" /><Relationship Type="http://schemas.openxmlformats.org/officeDocument/2006/relationships/notesSlide" Target="/ppt/notesSlides/notesSlide6.xml" Id="R2a2a10f5cc97406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b97396b23b4ca7" /><Relationship Type="http://schemas.openxmlformats.org/officeDocument/2006/relationships/notesSlide" Target="/ppt/notesSlides/notesSlide7.xml" Id="R92ec5b5fed5148b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a8bfdba92c046f8" /><Relationship Type="http://schemas.openxmlformats.org/officeDocument/2006/relationships/notesSlide" Target="/ppt/notesSlides/notesSlide8.xml" Id="R640039ca896b4bd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447dcb22e2f499c" /><Relationship Type="http://schemas.openxmlformats.org/officeDocument/2006/relationships/notesSlide" Target="/ppt/notesSlides/notesSlide9.xml" Id="Rb3995a65f3154c3e" /></Relationships>
</file>

<file path=ppt/slides/slide1.xml><?xml version="1.0" encoding="utf-8"?>
<p:sld xmlns:p="http://schemas.openxmlformats.org/presentationml/2006/main">
  <p:cSld>
    <p:bg>
      <p:bgPr>
        <a:solidFill xmlns:a="http://schemas.openxmlformats.org/drawingml/2006/main">
          <a:srgbClr val="123F35"/>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7EE6320-2F08-438C-9796-207920356ECE}"/>
              </a:ext>
            </a:extLst>
          </p:cNvPr>
          <p:cNvPicPr>
            <a:picLocks xmlns:a="http://schemas.openxmlformats.org/drawingml/2006/main" noChangeAspect="1"/>
          </p:cNvPicPr>
          <p:nvPr/>
        </p:nvPicPr>
        <p:blipFill>
          <a:blip xmlns:r="http://schemas.openxmlformats.org/officeDocument/2006/relationships" xmlns:a="http://schemas.openxmlformats.org/drawingml/2006/main" r:embed="R2e8956fd811a4bf7"/>
          <a:stretch xmlns:a="http://schemas.openxmlformats.org/drawingml/2006/main"/>
        </p:blipFill>
        <p:spPr>
          <a:xfrm xmlns:a="http://schemas.openxmlformats.org/drawingml/2006/main">
            <a:off x="723900" y="685800"/>
            <a:ext cx="647700" cy="647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E8658D-D034-42A2-BBE5-8CFD39226EC8}"/>
              </a:ext>
            </a:extLst>
          </p:cNvPr>
          <p:cNvSpPr>
            <a:spLocks xmlns:a="http://schemas.openxmlformats.org/drawingml/2006/main" noGrp="1"/>
          </p:cNvSpPr>
          <p:nvPr/>
        </p:nvSpPr>
        <p:spPr>
          <a:xfrm xmlns:a="http://schemas.openxmlformats.org/drawingml/2006/main">
            <a:off x="1524000" y="78105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FFFFFF"/>
                </a:solidFill>
                <a:latin typeface="Arial"/>
                <a:ea typeface="Arial"/>
                <a:cs typeface="Arial"/>
              </a:defRPr>
            </a:defPPr>
            <a:lvl1pPr algn="l">
              <a:defRPr sz="2550" b="1">
                <a:solidFill>
                  <a:srgbClr val="FFFFFF"/>
                </a:solidFill>
                <a:latin typeface="Arial"/>
                <a:ea typeface="Arial"/>
                <a:cs typeface="Arial"/>
              </a:defRPr>
            </a:lvl1pPr>
            <a:lvl2pPr algn="l">
              <a:defRPr sz="2550" b="1">
                <a:solidFill>
                  <a:srgbClr val="FFFFFF"/>
                </a:solidFill>
                <a:latin typeface="Arial"/>
                <a:ea typeface="Arial"/>
                <a:cs typeface="Arial"/>
              </a:defRPr>
            </a:lvl2pPr>
            <a:lvl3pPr algn="l">
              <a:defRPr sz="2550" b="1">
                <a:solidFill>
                  <a:srgbClr val="FFFFFF"/>
                </a:solidFill>
                <a:latin typeface="Arial"/>
                <a:ea typeface="Arial"/>
                <a:cs typeface="Arial"/>
              </a:defRPr>
            </a:lvl3pPr>
            <a:lvl4pPr algn="l">
              <a:defRPr sz="2550" b="1">
                <a:solidFill>
                  <a:srgbClr val="FFFFFF"/>
                </a:solidFill>
                <a:latin typeface="Arial"/>
                <a:ea typeface="Arial"/>
                <a:cs typeface="Arial"/>
              </a:defRPr>
            </a:lvl4pPr>
            <a:lvl5pPr algn="l">
              <a:defRPr sz="2550" b="1">
                <a:solidFill>
                  <a:srgbClr val="FFFFFF"/>
                </a:solidFill>
                <a:latin typeface="Arial"/>
                <a:ea typeface="Arial"/>
                <a:cs typeface="Arial"/>
              </a:defRPr>
            </a:lvl5pPr>
            <a:lvl6pPr algn="l">
              <a:defRPr sz="2550" b="1">
                <a:solidFill>
                  <a:srgbClr val="FFFFFF"/>
                </a:solidFill>
                <a:latin typeface="Arial"/>
                <a:ea typeface="Arial"/>
                <a:cs typeface="Arial"/>
              </a:defRPr>
            </a:lvl6pPr>
            <a:lvl7pPr algn="l">
              <a:defRPr sz="2550" b="1">
                <a:solidFill>
                  <a:srgbClr val="FFFFFF"/>
                </a:solidFill>
                <a:latin typeface="Arial"/>
                <a:ea typeface="Arial"/>
                <a:cs typeface="Arial"/>
              </a:defRPr>
            </a:lvl7pPr>
            <a:lvl8pPr algn="l">
              <a:defRPr sz="2550" b="1">
                <a:solidFill>
                  <a:srgbClr val="FFFFFF"/>
                </a:solidFill>
                <a:latin typeface="Arial"/>
                <a:ea typeface="Arial"/>
                <a:cs typeface="Arial"/>
              </a:defRPr>
            </a:lvl8pPr>
            <a:lvl9pPr algn="l">
              <a:defRPr sz="2550" b="1">
                <a:solidFill>
                  <a:srgbClr val="FFFFFF"/>
                </a:solidFill>
                <a:latin typeface="Arial"/>
                <a:ea typeface="Arial"/>
                <a:cs typeface="Arial"/>
              </a:defRPr>
            </a:lvl9pPr>
          </a:lstStyle>
          <a:p xmlns:a="http://schemas.openxmlformats.org/drawingml/2006/main">
            <a:pPr algn="l">
              <a:defRPr sz="2550" b="1">
                <a:solidFill>
                  <a:srgbClr val="FFFFFF"/>
                </a:solidFill>
                <a:latin typeface="Arial"/>
                <a:ea typeface="Arial"/>
                <a:cs typeface="Arial"/>
              </a:defRPr>
            </a:pPr>
            <a:r>
              <a:rPr sz="2550" b="1">
                <a:solidFill>
                  <a:srgbClr val="FFFFFF"/>
                </a:solidFill>
                <a:latin typeface="Arial"/>
                <a:ea typeface="Arial"/>
                <a:cs typeface="Arial"/>
              </a:rPr>
              <a:t>slink</a:t>
            </a:r>
          </a:p>
        </p:txBody>
      </p:sp>
      <p:sp>
        <p:nvSpPr>
          <p:cNvPr id="3" name="cover-title">
            <a:extLst xmlns:a="http://schemas.openxmlformats.org/drawingml/2006/main">
              <a:ext uri="{FF2B5EF4-FFF2-40B4-BE49-F238E27FC236}">
                <a16:creationId xmlns:a16="http://schemas.microsoft.com/office/drawing/2014/main" id="{A6A225DB-25F6-488B-A112-5C3351D54367}"/>
              </a:ext>
            </a:extLst>
          </p:cNvPr>
          <p:cNvSpPr>
            <a:spLocks xmlns:a="http://schemas.openxmlformats.org/drawingml/2006/main" noGrp="1"/>
          </p:cNvSpPr>
          <p:nvPr/>
        </p:nvSpPr>
        <p:spPr>
          <a:xfrm xmlns:a="http://schemas.openxmlformats.org/drawingml/2006/main">
            <a:off x="742950" y="2133600"/>
            <a:ext cx="990600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5400" b="1">
                <a:solidFill>
                  <a:srgbClr val="FFFFFF"/>
                </a:solidFill>
                <a:latin typeface="Arial"/>
                <a:ea typeface="Arial"/>
                <a:cs typeface="Arial"/>
              </a:defRPr>
            </a:defPPr>
            <a:lvl1pPr algn="l">
              <a:defRPr sz="5400" b="1">
                <a:solidFill>
                  <a:srgbClr val="FFFFFF"/>
                </a:solidFill>
                <a:latin typeface="Arial"/>
                <a:ea typeface="Arial"/>
                <a:cs typeface="Arial"/>
              </a:defRPr>
            </a:lvl1pPr>
            <a:lvl2pPr algn="l">
              <a:defRPr sz="5400" b="1">
                <a:solidFill>
                  <a:srgbClr val="FFFFFF"/>
                </a:solidFill>
                <a:latin typeface="Arial"/>
                <a:ea typeface="Arial"/>
                <a:cs typeface="Arial"/>
              </a:defRPr>
            </a:lvl2pPr>
            <a:lvl3pPr algn="l">
              <a:defRPr sz="5400" b="1">
                <a:solidFill>
                  <a:srgbClr val="FFFFFF"/>
                </a:solidFill>
                <a:latin typeface="Arial"/>
                <a:ea typeface="Arial"/>
                <a:cs typeface="Arial"/>
              </a:defRPr>
            </a:lvl3pPr>
            <a:lvl4pPr algn="l">
              <a:defRPr sz="5400" b="1">
                <a:solidFill>
                  <a:srgbClr val="FFFFFF"/>
                </a:solidFill>
                <a:latin typeface="Arial"/>
                <a:ea typeface="Arial"/>
                <a:cs typeface="Arial"/>
              </a:defRPr>
            </a:lvl4pPr>
            <a:lvl5pPr algn="l">
              <a:defRPr sz="5400" b="1">
                <a:solidFill>
                  <a:srgbClr val="FFFFFF"/>
                </a:solidFill>
                <a:latin typeface="Arial"/>
                <a:ea typeface="Arial"/>
                <a:cs typeface="Arial"/>
              </a:defRPr>
            </a:lvl5pPr>
            <a:lvl6pPr algn="l">
              <a:defRPr sz="5400" b="1">
                <a:solidFill>
                  <a:srgbClr val="FFFFFF"/>
                </a:solidFill>
                <a:latin typeface="Arial"/>
                <a:ea typeface="Arial"/>
                <a:cs typeface="Arial"/>
              </a:defRPr>
            </a:lvl6pPr>
            <a:lvl7pPr algn="l">
              <a:defRPr sz="5400" b="1">
                <a:solidFill>
                  <a:srgbClr val="FFFFFF"/>
                </a:solidFill>
                <a:latin typeface="Arial"/>
                <a:ea typeface="Arial"/>
                <a:cs typeface="Arial"/>
              </a:defRPr>
            </a:lvl7pPr>
            <a:lvl8pPr algn="l">
              <a:defRPr sz="5400" b="1">
                <a:solidFill>
                  <a:srgbClr val="FFFFFF"/>
                </a:solidFill>
                <a:latin typeface="Arial"/>
                <a:ea typeface="Arial"/>
                <a:cs typeface="Arial"/>
              </a:defRPr>
            </a:lvl8pPr>
            <a:lvl9pPr algn="l">
              <a:defRPr sz="5400" b="1">
                <a:solidFill>
                  <a:srgbClr val="FFFFFF"/>
                </a:solidFill>
                <a:latin typeface="Arial"/>
                <a:ea typeface="Arial"/>
                <a:cs typeface="Arial"/>
              </a:defRPr>
            </a:lvl9pPr>
          </a:lstStyle>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Bán hàng gọn.</a:t>
            </a:r>
          </a:p>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Quản lý rõ.</a:t>
            </a:r>
          </a:p>
        </p:txBody>
      </p:sp>
      <p:sp>
        <p:nvSpPr>
          <p:cNvPr id="4" name="">
            <a:extLst xmlns:a="http://schemas.openxmlformats.org/drawingml/2006/main">
              <a:ext uri="{FF2B5EF4-FFF2-40B4-BE49-F238E27FC236}">
                <a16:creationId xmlns:a16="http://schemas.microsoft.com/office/drawing/2014/main" id="{CE61E348-ED78-41F9-B731-D1CFA0F450AC}"/>
              </a:ext>
            </a:extLst>
          </p:cNvPr>
          <p:cNvSpPr>
            <a:spLocks xmlns:a="http://schemas.openxmlformats.org/drawingml/2006/main" noGrp="1"/>
          </p:cNvSpPr>
          <p:nvPr/>
        </p:nvSpPr>
        <p:spPr>
          <a:xfrm xmlns:a="http://schemas.openxmlformats.org/drawingml/2006/main">
            <a:off x="762000" y="4095750"/>
            <a:ext cx="1000125" cy="66675"/>
          </a:xfrm>
          <a:prstGeom xmlns:a="http://schemas.openxmlformats.org/drawingml/2006/main" prst="roundRect">
            <a:avLst>
              <a:gd name="adj" fmla="val 42857"/>
            </a:avLst>
          </a:prstGeom>
          <a:solidFill xmlns:a="http://schemas.openxmlformats.org/drawingml/2006/main">
            <a:srgbClr val="C8F36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629E7A-97DB-4526-8913-6596839EAF20}"/>
              </a:ext>
            </a:extLst>
          </p:cNvPr>
          <p:cNvSpPr>
            <a:spLocks xmlns:a="http://schemas.openxmlformats.org/drawingml/2006/main" noGrp="1"/>
          </p:cNvSpPr>
          <p:nvPr/>
        </p:nvSpPr>
        <p:spPr>
          <a:xfrm xmlns:a="http://schemas.openxmlformats.org/drawingml/2006/main">
            <a:off x="762000" y="4457700"/>
            <a:ext cx="866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0">
                <a:solidFill>
                  <a:srgbClr val="DFE9E0"/>
                </a:solidFill>
                <a:latin typeface="Arial"/>
                <a:ea typeface="Arial"/>
                <a:cs typeface="Arial"/>
              </a:defRPr>
            </a:defPPr>
            <a:lvl1pPr algn="l">
              <a:defRPr sz="2175" b="0">
                <a:solidFill>
                  <a:srgbClr val="DFE9E0"/>
                </a:solidFill>
                <a:latin typeface="Arial"/>
                <a:ea typeface="Arial"/>
                <a:cs typeface="Arial"/>
              </a:defRPr>
            </a:lvl1pPr>
            <a:lvl2pPr algn="l">
              <a:defRPr sz="2175" b="0">
                <a:solidFill>
                  <a:srgbClr val="DFE9E0"/>
                </a:solidFill>
                <a:latin typeface="Arial"/>
                <a:ea typeface="Arial"/>
                <a:cs typeface="Arial"/>
              </a:defRPr>
            </a:lvl2pPr>
            <a:lvl3pPr algn="l">
              <a:defRPr sz="2175" b="0">
                <a:solidFill>
                  <a:srgbClr val="DFE9E0"/>
                </a:solidFill>
                <a:latin typeface="Arial"/>
                <a:ea typeface="Arial"/>
                <a:cs typeface="Arial"/>
              </a:defRPr>
            </a:lvl3pPr>
            <a:lvl4pPr algn="l">
              <a:defRPr sz="2175" b="0">
                <a:solidFill>
                  <a:srgbClr val="DFE9E0"/>
                </a:solidFill>
                <a:latin typeface="Arial"/>
                <a:ea typeface="Arial"/>
                <a:cs typeface="Arial"/>
              </a:defRPr>
            </a:lvl4pPr>
            <a:lvl5pPr algn="l">
              <a:defRPr sz="2175" b="0">
                <a:solidFill>
                  <a:srgbClr val="DFE9E0"/>
                </a:solidFill>
                <a:latin typeface="Arial"/>
                <a:ea typeface="Arial"/>
                <a:cs typeface="Arial"/>
              </a:defRPr>
            </a:lvl5pPr>
            <a:lvl6pPr algn="l">
              <a:defRPr sz="2175" b="0">
                <a:solidFill>
                  <a:srgbClr val="DFE9E0"/>
                </a:solidFill>
                <a:latin typeface="Arial"/>
                <a:ea typeface="Arial"/>
                <a:cs typeface="Arial"/>
              </a:defRPr>
            </a:lvl6pPr>
            <a:lvl7pPr algn="l">
              <a:defRPr sz="2175" b="0">
                <a:solidFill>
                  <a:srgbClr val="DFE9E0"/>
                </a:solidFill>
                <a:latin typeface="Arial"/>
                <a:ea typeface="Arial"/>
                <a:cs typeface="Arial"/>
              </a:defRPr>
            </a:lvl7pPr>
            <a:lvl8pPr algn="l">
              <a:defRPr sz="2175" b="0">
                <a:solidFill>
                  <a:srgbClr val="DFE9E0"/>
                </a:solidFill>
                <a:latin typeface="Arial"/>
                <a:ea typeface="Arial"/>
                <a:cs typeface="Arial"/>
              </a:defRPr>
            </a:lvl8pPr>
            <a:lvl9pPr algn="l">
              <a:defRPr sz="2175" b="0">
                <a:solidFill>
                  <a:srgbClr val="DFE9E0"/>
                </a:solidFill>
                <a:latin typeface="Arial"/>
                <a:ea typeface="Arial"/>
                <a:cs typeface="Arial"/>
              </a:defRPr>
            </a:lvl9pPr>
          </a:lstStyle>
          <a:p xmlns:a="http://schemas.openxmlformats.org/drawingml/2006/main">
            <a:pPr algn="l">
              <a:defRPr sz="2175" b="0">
                <a:solidFill>
                  <a:srgbClr val="DFE9E0"/>
                </a:solidFill>
                <a:latin typeface="Arial"/>
                <a:ea typeface="Arial"/>
                <a:cs typeface="Arial"/>
              </a:defRPr>
            </a:pPr>
            <a:r>
              <a:rPr sz="2175" b="0">
                <a:solidFill>
                  <a:srgbClr val="DFE9E0"/>
                </a:solidFill>
                <a:latin typeface="Arial"/>
                <a:ea typeface="Arial"/>
                <a:cs typeface="Arial"/>
              </a:rPr>
              <a:t>POS  ·  Kho  ·  Công nợ  ·  Thu chi</a:t>
            </a:r>
          </a:p>
        </p:txBody>
      </p:sp>
      <p:sp>
        <p:nvSpPr>
          <p:cNvPr id="6" name="">
            <a:extLst xmlns:a="http://schemas.openxmlformats.org/drawingml/2006/main">
              <a:ext uri="{FF2B5EF4-FFF2-40B4-BE49-F238E27FC236}">
                <a16:creationId xmlns:a16="http://schemas.microsoft.com/office/drawing/2014/main" id="{99CC869D-28B7-4A28-AAD6-36D08436F2B7}"/>
              </a:ext>
            </a:extLst>
          </p:cNvPr>
          <p:cNvSpPr>
            <a:spLocks xmlns:a="http://schemas.openxmlformats.org/drawingml/2006/main" noGrp="1"/>
          </p:cNvSpPr>
          <p:nvPr/>
        </p:nvSpPr>
        <p:spPr>
          <a:xfrm xmlns:a="http://schemas.openxmlformats.org/drawingml/2006/main">
            <a:off x="762000" y="5943600"/>
            <a:ext cx="838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350" b="0">
                <a:solidFill>
                  <a:srgbClr val="C9D6CE"/>
                </a:solidFill>
                <a:latin typeface="Arial"/>
                <a:ea typeface="Arial"/>
                <a:cs typeface="Arial"/>
              </a:defRPr>
            </a:defPPr>
            <a:lvl1pPr algn="l">
              <a:defRPr sz="1350" b="0">
                <a:solidFill>
                  <a:srgbClr val="C9D6CE"/>
                </a:solidFill>
                <a:latin typeface="Arial"/>
                <a:ea typeface="Arial"/>
                <a:cs typeface="Arial"/>
              </a:defRPr>
            </a:lvl1pPr>
            <a:lvl2pPr algn="l">
              <a:defRPr sz="1350" b="0">
                <a:solidFill>
                  <a:srgbClr val="C9D6CE"/>
                </a:solidFill>
                <a:latin typeface="Arial"/>
                <a:ea typeface="Arial"/>
                <a:cs typeface="Arial"/>
              </a:defRPr>
            </a:lvl2pPr>
            <a:lvl3pPr algn="l">
              <a:defRPr sz="1350" b="0">
                <a:solidFill>
                  <a:srgbClr val="C9D6CE"/>
                </a:solidFill>
                <a:latin typeface="Arial"/>
                <a:ea typeface="Arial"/>
                <a:cs typeface="Arial"/>
              </a:defRPr>
            </a:lvl3pPr>
            <a:lvl4pPr algn="l">
              <a:defRPr sz="1350" b="0">
                <a:solidFill>
                  <a:srgbClr val="C9D6CE"/>
                </a:solidFill>
                <a:latin typeface="Arial"/>
                <a:ea typeface="Arial"/>
                <a:cs typeface="Arial"/>
              </a:defRPr>
            </a:lvl4pPr>
            <a:lvl5pPr algn="l">
              <a:defRPr sz="1350" b="0">
                <a:solidFill>
                  <a:srgbClr val="C9D6CE"/>
                </a:solidFill>
                <a:latin typeface="Arial"/>
                <a:ea typeface="Arial"/>
                <a:cs typeface="Arial"/>
              </a:defRPr>
            </a:lvl5pPr>
            <a:lvl6pPr algn="l">
              <a:defRPr sz="1350" b="0">
                <a:solidFill>
                  <a:srgbClr val="C9D6CE"/>
                </a:solidFill>
                <a:latin typeface="Arial"/>
                <a:ea typeface="Arial"/>
                <a:cs typeface="Arial"/>
              </a:defRPr>
            </a:lvl6pPr>
            <a:lvl7pPr algn="l">
              <a:defRPr sz="1350" b="0">
                <a:solidFill>
                  <a:srgbClr val="C9D6CE"/>
                </a:solidFill>
                <a:latin typeface="Arial"/>
                <a:ea typeface="Arial"/>
                <a:cs typeface="Arial"/>
              </a:defRPr>
            </a:lvl7pPr>
            <a:lvl8pPr algn="l">
              <a:defRPr sz="1350" b="0">
                <a:solidFill>
                  <a:srgbClr val="C9D6CE"/>
                </a:solidFill>
                <a:latin typeface="Arial"/>
                <a:ea typeface="Arial"/>
                <a:cs typeface="Arial"/>
              </a:defRPr>
            </a:lvl8pPr>
            <a:lvl9pPr algn="l">
              <a:defRPr sz="1350" b="0">
                <a:solidFill>
                  <a:srgbClr val="C9D6CE"/>
                </a:solidFill>
                <a:latin typeface="Arial"/>
                <a:ea typeface="Arial"/>
                <a:cs typeface="Arial"/>
              </a:defRPr>
            </a:lvl9pPr>
          </a:lstStyle>
          <a:p xmlns:a="http://schemas.openxmlformats.org/drawingml/2006/main">
            <a:pPr algn="l">
              <a:defRPr sz="1350" b="0">
                <a:solidFill>
                  <a:srgbClr val="C9D6CE"/>
                </a:solidFill>
                <a:latin typeface="Arial"/>
                <a:ea typeface="Arial"/>
                <a:cs typeface="Arial"/>
              </a:defRPr>
            </a:pPr>
            <a:r>
              <a:rPr sz="1350" b="0">
                <a:solidFill>
                  <a:srgbClr val="C9D6CE"/>
                </a:solidFill>
                <a:latin typeface="Arial"/>
                <a:ea typeface="Arial"/>
                <a:cs typeface="Arial"/>
              </a:rPr>
              <a:t>Hồ sơ giới thiệu sản phẩm  •  20.10.2026</a:t>
            </a:r>
          </a:p>
        </p:txBody>
      </p:sp>
      <p:sp>
        <p:nvSpPr>
          <p:cNvPr id="7" name="">
            <a:extLst xmlns:a="http://schemas.openxmlformats.org/drawingml/2006/main">
              <a:ext uri="{FF2B5EF4-FFF2-40B4-BE49-F238E27FC236}">
                <a16:creationId xmlns:a16="http://schemas.microsoft.com/office/drawing/2014/main" id="{F0A8D8CD-5D76-4AEC-BB27-069E4DDBC18D}"/>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C9D6CE"/>
                </a:solidFill>
                <a:latin typeface="Arial"/>
                <a:ea typeface="Arial"/>
                <a:cs typeface="Arial"/>
              </a:defRPr>
            </a:defPPr>
            <a:lvl1pPr algn="l">
              <a:defRPr sz="975" b="1">
                <a:solidFill>
                  <a:srgbClr val="C9D6CE"/>
                </a:solidFill>
                <a:latin typeface="Arial"/>
                <a:ea typeface="Arial"/>
                <a:cs typeface="Arial"/>
              </a:defRPr>
            </a:lvl1pPr>
            <a:lvl2pPr algn="l">
              <a:defRPr sz="975" b="1">
                <a:solidFill>
                  <a:srgbClr val="C9D6CE"/>
                </a:solidFill>
                <a:latin typeface="Arial"/>
                <a:ea typeface="Arial"/>
                <a:cs typeface="Arial"/>
              </a:defRPr>
            </a:lvl2pPr>
            <a:lvl3pPr algn="l">
              <a:defRPr sz="975" b="1">
                <a:solidFill>
                  <a:srgbClr val="C9D6CE"/>
                </a:solidFill>
                <a:latin typeface="Arial"/>
                <a:ea typeface="Arial"/>
                <a:cs typeface="Arial"/>
              </a:defRPr>
            </a:lvl3pPr>
            <a:lvl4pPr algn="l">
              <a:defRPr sz="975" b="1">
                <a:solidFill>
                  <a:srgbClr val="C9D6CE"/>
                </a:solidFill>
                <a:latin typeface="Arial"/>
                <a:ea typeface="Arial"/>
                <a:cs typeface="Arial"/>
              </a:defRPr>
            </a:lvl4pPr>
            <a:lvl5pPr algn="l">
              <a:defRPr sz="975" b="1">
                <a:solidFill>
                  <a:srgbClr val="C9D6CE"/>
                </a:solidFill>
                <a:latin typeface="Arial"/>
                <a:ea typeface="Arial"/>
                <a:cs typeface="Arial"/>
              </a:defRPr>
            </a:lvl5pPr>
            <a:lvl6pPr algn="l">
              <a:defRPr sz="975" b="1">
                <a:solidFill>
                  <a:srgbClr val="C9D6CE"/>
                </a:solidFill>
                <a:latin typeface="Arial"/>
                <a:ea typeface="Arial"/>
                <a:cs typeface="Arial"/>
              </a:defRPr>
            </a:lvl6pPr>
            <a:lvl7pPr algn="l">
              <a:defRPr sz="975" b="1">
                <a:solidFill>
                  <a:srgbClr val="C9D6CE"/>
                </a:solidFill>
                <a:latin typeface="Arial"/>
                <a:ea typeface="Arial"/>
                <a:cs typeface="Arial"/>
              </a:defRPr>
            </a:lvl7pPr>
            <a:lvl8pPr algn="l">
              <a:defRPr sz="975" b="1">
                <a:solidFill>
                  <a:srgbClr val="C9D6CE"/>
                </a:solidFill>
                <a:latin typeface="Arial"/>
                <a:ea typeface="Arial"/>
                <a:cs typeface="Arial"/>
              </a:defRPr>
            </a:lvl8pPr>
            <a:lvl9pPr algn="l">
              <a:defRPr sz="975" b="1">
                <a:solidFill>
                  <a:srgbClr val="C9D6CE"/>
                </a:solidFill>
                <a:latin typeface="Arial"/>
                <a:ea typeface="Arial"/>
                <a:cs typeface="Arial"/>
              </a:defRPr>
            </a:lvl9pPr>
          </a:lstStyle>
          <a:p xmlns:a="http://schemas.openxmlformats.org/drawingml/2006/main">
            <a:pPr algn="l">
              <a:defRPr sz="975" b="1">
                <a:solidFill>
                  <a:srgbClr val="C9D6CE"/>
                </a:solidFill>
                <a:latin typeface="Arial"/>
                <a:ea typeface="Arial"/>
                <a:cs typeface="Arial"/>
              </a:defRPr>
            </a:pPr>
            <a:r>
              <a:rPr sz="975" b="1">
                <a:solidFill>
                  <a:srgbClr val="C9D6CE"/>
                </a:solidFill>
                <a:latin typeface="Arial"/>
                <a:ea typeface="Arial"/>
                <a:cs typeface="Arial"/>
              </a:rPr>
              <a:t>SLINK  /  HỒ SƠ GIỚI THIỆU SẢN PHẨM</a:t>
            </a:r>
          </a:p>
        </p:txBody>
      </p:sp>
      <p:sp>
        <p:nvSpPr>
          <p:cNvPr id="8" name="">
            <a:extLst xmlns:a="http://schemas.openxmlformats.org/drawingml/2006/main">
              <a:ext uri="{FF2B5EF4-FFF2-40B4-BE49-F238E27FC236}">
                <a16:creationId xmlns:a16="http://schemas.microsoft.com/office/drawing/2014/main" id="{D774BA5D-B6B4-42FD-A4AF-948B136B0F5D}"/>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C9D6CE"/>
                </a:solidFill>
                <a:latin typeface="Arial"/>
                <a:ea typeface="Arial"/>
                <a:cs typeface="Arial"/>
              </a:defRPr>
            </a:defPPr>
            <a:lvl1pPr algn="r">
              <a:defRPr sz="975" b="1">
                <a:solidFill>
                  <a:srgbClr val="C9D6CE"/>
                </a:solidFill>
                <a:latin typeface="Arial"/>
                <a:ea typeface="Arial"/>
                <a:cs typeface="Arial"/>
              </a:defRPr>
            </a:lvl1pPr>
            <a:lvl2pPr algn="r">
              <a:defRPr sz="975" b="1">
                <a:solidFill>
                  <a:srgbClr val="C9D6CE"/>
                </a:solidFill>
                <a:latin typeface="Arial"/>
                <a:ea typeface="Arial"/>
                <a:cs typeface="Arial"/>
              </a:defRPr>
            </a:lvl2pPr>
            <a:lvl3pPr algn="r">
              <a:defRPr sz="975" b="1">
                <a:solidFill>
                  <a:srgbClr val="C9D6CE"/>
                </a:solidFill>
                <a:latin typeface="Arial"/>
                <a:ea typeface="Arial"/>
                <a:cs typeface="Arial"/>
              </a:defRPr>
            </a:lvl3pPr>
            <a:lvl4pPr algn="r">
              <a:defRPr sz="975" b="1">
                <a:solidFill>
                  <a:srgbClr val="C9D6CE"/>
                </a:solidFill>
                <a:latin typeface="Arial"/>
                <a:ea typeface="Arial"/>
                <a:cs typeface="Arial"/>
              </a:defRPr>
            </a:lvl4pPr>
            <a:lvl5pPr algn="r">
              <a:defRPr sz="975" b="1">
                <a:solidFill>
                  <a:srgbClr val="C9D6CE"/>
                </a:solidFill>
                <a:latin typeface="Arial"/>
                <a:ea typeface="Arial"/>
                <a:cs typeface="Arial"/>
              </a:defRPr>
            </a:lvl5pPr>
            <a:lvl6pPr algn="r">
              <a:defRPr sz="975" b="1">
                <a:solidFill>
                  <a:srgbClr val="C9D6CE"/>
                </a:solidFill>
                <a:latin typeface="Arial"/>
                <a:ea typeface="Arial"/>
                <a:cs typeface="Arial"/>
              </a:defRPr>
            </a:lvl6pPr>
            <a:lvl7pPr algn="r">
              <a:defRPr sz="975" b="1">
                <a:solidFill>
                  <a:srgbClr val="C9D6CE"/>
                </a:solidFill>
                <a:latin typeface="Arial"/>
                <a:ea typeface="Arial"/>
                <a:cs typeface="Arial"/>
              </a:defRPr>
            </a:lvl7pPr>
            <a:lvl8pPr algn="r">
              <a:defRPr sz="975" b="1">
                <a:solidFill>
                  <a:srgbClr val="C9D6CE"/>
                </a:solidFill>
                <a:latin typeface="Arial"/>
                <a:ea typeface="Arial"/>
                <a:cs typeface="Arial"/>
              </a:defRPr>
            </a:lvl8pPr>
            <a:lvl9pPr algn="r">
              <a:defRPr sz="975" b="1">
                <a:solidFill>
                  <a:srgbClr val="C9D6CE"/>
                </a:solidFill>
                <a:latin typeface="Arial"/>
                <a:ea typeface="Arial"/>
                <a:cs typeface="Arial"/>
              </a:defRPr>
            </a:lvl9pPr>
          </a:lstStyle>
          <a:p xmlns:a="http://schemas.openxmlformats.org/drawingml/2006/main">
            <a:pPr algn="r">
              <a:defRPr sz="975" b="1">
                <a:solidFill>
                  <a:srgbClr val="C9D6CE"/>
                </a:solidFill>
                <a:latin typeface="Arial"/>
                <a:ea typeface="Arial"/>
                <a:cs typeface="Arial"/>
              </a:defRPr>
            </a:pPr>
            <a:r>
              <a:rPr sz="975" b="1">
                <a:solidFill>
                  <a:srgbClr val="C9D6CE"/>
                </a:solidFill>
                <a:latin typeface="Arial"/>
                <a:ea typeface="Arial"/>
                <a:cs typeface="Arial"/>
              </a:rPr>
              <a:t>01</a:t>
            </a:r>
          </a:p>
        </p:txBody>
      </p:sp>
    </p:spTree>
    <p:extLst>
      <p:ext uri="{BB962C8B-B14F-4D97-AF65-F5344CB8AC3E}">
        <p14:creationId xmlns:p14="http://schemas.microsoft.com/office/powerpoint/2010/main" val="2082173710"/>
      </p:ext>
    </p:extLst>
  </p:cSld>
</p:sld>
</file>

<file path=ppt/slides/slide2.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22" name="slide-2-title">
            <a:extLst xmlns:a="http://schemas.openxmlformats.org/drawingml/2006/main">
              <a:ext uri="{FF2B5EF4-FFF2-40B4-BE49-F238E27FC236}">
                <a16:creationId xmlns:a16="http://schemas.microsoft.com/office/drawing/2014/main" id="{95B55966-0468-4E50-B2D9-3046C35DA73A}"/>
              </a:ext>
            </a:extLst>
          </p:cNvPr>
          <p:cNvSpPr>
            <a:spLocks xmlns:a="http://schemas.openxmlformats.org/drawingml/2006/main" noGrp="1"/>
          </p:cNvSpPr>
          <p:nvPr/>
        </p:nvSpPr>
        <p:spPr>
          <a:xfrm xmlns:a="http://schemas.openxmlformats.org/drawingml/2006/main">
            <a:off x="685800" y="514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225" b="1">
                <a:solidFill>
                  <a:srgbClr val="17352B"/>
                </a:solidFill>
                <a:latin typeface="Arial"/>
                <a:ea typeface="Arial"/>
                <a:cs typeface="Arial"/>
              </a:defRPr>
            </a:defPPr>
            <a:lvl1pPr algn="l">
              <a:defRPr sz="3225" b="1">
                <a:solidFill>
                  <a:srgbClr val="17352B"/>
                </a:solidFill>
                <a:latin typeface="Arial"/>
                <a:ea typeface="Arial"/>
                <a:cs typeface="Arial"/>
              </a:defRPr>
            </a:lvl1pPr>
            <a:lvl2pPr algn="l">
              <a:defRPr sz="3225" b="1">
                <a:solidFill>
                  <a:srgbClr val="17352B"/>
                </a:solidFill>
                <a:latin typeface="Arial"/>
                <a:ea typeface="Arial"/>
                <a:cs typeface="Arial"/>
              </a:defRPr>
            </a:lvl2pPr>
            <a:lvl3pPr algn="l">
              <a:defRPr sz="3225" b="1">
                <a:solidFill>
                  <a:srgbClr val="17352B"/>
                </a:solidFill>
                <a:latin typeface="Arial"/>
                <a:ea typeface="Arial"/>
                <a:cs typeface="Arial"/>
              </a:defRPr>
            </a:lvl3pPr>
            <a:lvl4pPr algn="l">
              <a:defRPr sz="3225" b="1">
                <a:solidFill>
                  <a:srgbClr val="17352B"/>
                </a:solidFill>
                <a:latin typeface="Arial"/>
                <a:ea typeface="Arial"/>
                <a:cs typeface="Arial"/>
              </a:defRPr>
            </a:lvl4pPr>
            <a:lvl5pPr algn="l">
              <a:defRPr sz="3225" b="1">
                <a:solidFill>
                  <a:srgbClr val="17352B"/>
                </a:solidFill>
                <a:latin typeface="Arial"/>
                <a:ea typeface="Arial"/>
                <a:cs typeface="Arial"/>
              </a:defRPr>
            </a:lvl5pPr>
            <a:lvl6pPr algn="l">
              <a:defRPr sz="3225" b="1">
                <a:solidFill>
                  <a:srgbClr val="17352B"/>
                </a:solidFill>
                <a:latin typeface="Arial"/>
                <a:ea typeface="Arial"/>
                <a:cs typeface="Arial"/>
              </a:defRPr>
            </a:lvl6pPr>
            <a:lvl7pPr algn="l">
              <a:defRPr sz="3225" b="1">
                <a:solidFill>
                  <a:srgbClr val="17352B"/>
                </a:solidFill>
                <a:latin typeface="Arial"/>
                <a:ea typeface="Arial"/>
                <a:cs typeface="Arial"/>
              </a:defRPr>
            </a:lvl7pPr>
            <a:lvl8pPr algn="l">
              <a:defRPr sz="3225" b="1">
                <a:solidFill>
                  <a:srgbClr val="17352B"/>
                </a:solidFill>
                <a:latin typeface="Arial"/>
                <a:ea typeface="Arial"/>
                <a:cs typeface="Arial"/>
              </a:defRPr>
            </a:lvl8pPr>
            <a:lvl9pPr algn="l">
              <a:defRPr sz="3225" b="1">
                <a:solidFill>
                  <a:srgbClr val="17352B"/>
                </a:solidFill>
                <a:latin typeface="Arial"/>
                <a:ea typeface="Arial"/>
                <a:cs typeface="Arial"/>
              </a:defRPr>
            </a:lvl9pPr>
          </a:lstStyle>
          <a:p xmlns:a="http://schemas.openxmlformats.org/drawingml/2006/main">
            <a:pPr algn="l">
              <a:defRPr sz="3225" b="1">
                <a:solidFill>
                  <a:srgbClr val="17352B"/>
                </a:solidFill>
                <a:latin typeface="Arial"/>
                <a:ea typeface="Arial"/>
                <a:cs typeface="Arial"/>
              </a:defRPr>
            </a:pPr>
            <a:r>
              <a:rPr sz="3225" b="1">
                <a:solidFill>
                  <a:srgbClr val="17352B"/>
                </a:solidFill>
                <a:latin typeface="Arial"/>
                <a:ea typeface="Arial"/>
                <a:cs typeface="Arial"/>
              </a:rPr>
              <a:t>Công việc cửa hàng bị chia thành nhiều mảnh</a:t>
            </a:r>
          </a:p>
        </p:txBody>
      </p:sp>
      <p:sp>
        <p:nvSpPr>
          <p:cNvPr id="2" name="">
            <a:extLst xmlns:a="http://schemas.openxmlformats.org/drawingml/2006/main">
              <a:ext uri="{FF2B5EF4-FFF2-40B4-BE49-F238E27FC236}">
                <a16:creationId xmlns:a16="http://schemas.microsoft.com/office/drawing/2014/main" id="{AD4D88A4-A67E-4E22-B375-E6BEE417FFBD}"/>
              </a:ext>
            </a:extLst>
          </p:cNvPr>
          <p:cNvSpPr>
            <a:spLocks xmlns:a="http://schemas.openxmlformats.org/drawingml/2006/main" noGrp="1"/>
          </p:cNvSpPr>
          <p:nvPr/>
        </p:nvSpPr>
        <p:spPr>
          <a:xfrm xmlns:a="http://schemas.openxmlformats.org/drawingml/2006/main">
            <a:off x="704850" y="1200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Vấn đề khởi đầu của Slink là một giả thuyết cần kiểm chứng trực tiếp với người bán.</a:t>
            </a:r>
          </a:p>
        </p:txBody>
      </p:sp>
      <p:sp>
        <p:nvSpPr>
          <p:cNvPr id="3" name="">
            <a:extLst xmlns:a="http://schemas.openxmlformats.org/drawingml/2006/main">
              <a:ext uri="{FF2B5EF4-FFF2-40B4-BE49-F238E27FC236}">
                <a16:creationId xmlns:a16="http://schemas.microsoft.com/office/drawing/2014/main" id="{52DB8538-FD10-4F4A-BCBB-FCE9977CC7DF}"/>
              </a:ext>
            </a:extLst>
          </p:cNvPr>
          <p:cNvSpPr>
            <a:spLocks xmlns:a="http://schemas.openxmlformats.org/drawingml/2006/main" noGrp="1"/>
          </p:cNvSpPr>
          <p:nvPr/>
        </p:nvSpPr>
        <p:spPr>
          <a:xfrm xmlns:a="http://schemas.openxmlformats.org/drawingml/2006/main">
            <a:off x="685800" y="1781175"/>
            <a:ext cx="5334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4BE25B-C5A5-41C4-8194-FB07F1B15D85}"/>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63736B"/>
                </a:solidFill>
                <a:latin typeface="Arial"/>
                <a:ea typeface="Arial"/>
                <a:cs typeface="Arial"/>
              </a:defRPr>
            </a:defPPr>
            <a:lvl1pPr algn="l">
              <a:defRPr sz="975" b="1">
                <a:solidFill>
                  <a:srgbClr val="63736B"/>
                </a:solidFill>
                <a:latin typeface="Arial"/>
                <a:ea typeface="Arial"/>
                <a:cs typeface="Arial"/>
              </a:defRPr>
            </a:lvl1pPr>
            <a:lvl2pPr algn="l">
              <a:defRPr sz="975" b="1">
                <a:solidFill>
                  <a:srgbClr val="63736B"/>
                </a:solidFill>
                <a:latin typeface="Arial"/>
                <a:ea typeface="Arial"/>
                <a:cs typeface="Arial"/>
              </a:defRPr>
            </a:lvl2pPr>
            <a:lvl3pPr algn="l">
              <a:defRPr sz="975" b="1">
                <a:solidFill>
                  <a:srgbClr val="63736B"/>
                </a:solidFill>
                <a:latin typeface="Arial"/>
                <a:ea typeface="Arial"/>
                <a:cs typeface="Arial"/>
              </a:defRPr>
            </a:lvl3pPr>
            <a:lvl4pPr algn="l">
              <a:defRPr sz="975" b="1">
                <a:solidFill>
                  <a:srgbClr val="63736B"/>
                </a:solidFill>
                <a:latin typeface="Arial"/>
                <a:ea typeface="Arial"/>
                <a:cs typeface="Arial"/>
              </a:defRPr>
            </a:lvl4pPr>
            <a:lvl5pPr algn="l">
              <a:defRPr sz="975" b="1">
                <a:solidFill>
                  <a:srgbClr val="63736B"/>
                </a:solidFill>
                <a:latin typeface="Arial"/>
                <a:ea typeface="Arial"/>
                <a:cs typeface="Arial"/>
              </a:defRPr>
            </a:lvl5pPr>
            <a:lvl6pPr algn="l">
              <a:defRPr sz="975" b="1">
                <a:solidFill>
                  <a:srgbClr val="63736B"/>
                </a:solidFill>
                <a:latin typeface="Arial"/>
                <a:ea typeface="Arial"/>
                <a:cs typeface="Arial"/>
              </a:defRPr>
            </a:lvl6pPr>
            <a:lvl7pPr algn="l">
              <a:defRPr sz="975" b="1">
                <a:solidFill>
                  <a:srgbClr val="63736B"/>
                </a:solidFill>
                <a:latin typeface="Arial"/>
                <a:ea typeface="Arial"/>
                <a:cs typeface="Arial"/>
              </a:defRPr>
            </a:lvl7pPr>
            <a:lvl8pPr algn="l">
              <a:defRPr sz="975" b="1">
                <a:solidFill>
                  <a:srgbClr val="63736B"/>
                </a:solidFill>
                <a:latin typeface="Arial"/>
                <a:ea typeface="Arial"/>
                <a:cs typeface="Arial"/>
              </a:defRPr>
            </a:lvl8pPr>
            <a:lvl9pPr algn="l">
              <a:defRPr sz="975" b="1">
                <a:solidFill>
                  <a:srgbClr val="63736B"/>
                </a:solidFill>
                <a:latin typeface="Arial"/>
                <a:ea typeface="Arial"/>
                <a:cs typeface="Arial"/>
              </a:defRPr>
            </a:lvl9pPr>
          </a:lstStyle>
          <a:p xmlns:a="http://schemas.openxmlformats.org/drawingml/2006/main">
            <a:pPr algn="l">
              <a:defRPr sz="975" b="1">
                <a:solidFill>
                  <a:srgbClr val="63736B"/>
                </a:solidFill>
                <a:latin typeface="Arial"/>
                <a:ea typeface="Arial"/>
                <a:cs typeface="Arial"/>
              </a:defRPr>
            </a:pPr>
            <a:r>
              <a:rPr sz="975" b="1">
                <a:solidFill>
                  <a:srgbClr val="63736B"/>
                </a:solidFill>
                <a:latin typeface="Arial"/>
                <a:ea typeface="Arial"/>
                <a:cs typeface="Arial"/>
              </a:rPr>
              <a:t>SLINK  /  HỒ SƠ GIỚI THIỆU SẢN PHẨM</a:t>
            </a:r>
          </a:p>
        </p:txBody>
      </p:sp>
      <p:sp>
        <p:nvSpPr>
          <p:cNvPr id="5" name="">
            <a:extLst xmlns:a="http://schemas.openxmlformats.org/drawingml/2006/main">
              <a:ext uri="{FF2B5EF4-FFF2-40B4-BE49-F238E27FC236}">
                <a16:creationId xmlns:a16="http://schemas.microsoft.com/office/drawing/2014/main" id="{37DC5B7B-DE99-41BF-B968-36DBAF19B86B}"/>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63736B"/>
                </a:solidFill>
                <a:latin typeface="Arial"/>
                <a:ea typeface="Arial"/>
                <a:cs typeface="Arial"/>
              </a:defRPr>
            </a:defPPr>
            <a:lvl1pPr algn="r">
              <a:defRPr sz="975" b="1">
                <a:solidFill>
                  <a:srgbClr val="63736B"/>
                </a:solidFill>
                <a:latin typeface="Arial"/>
                <a:ea typeface="Arial"/>
                <a:cs typeface="Arial"/>
              </a:defRPr>
            </a:lvl1pPr>
            <a:lvl2pPr algn="r">
              <a:defRPr sz="975" b="1">
                <a:solidFill>
                  <a:srgbClr val="63736B"/>
                </a:solidFill>
                <a:latin typeface="Arial"/>
                <a:ea typeface="Arial"/>
                <a:cs typeface="Arial"/>
              </a:defRPr>
            </a:lvl2pPr>
            <a:lvl3pPr algn="r">
              <a:defRPr sz="975" b="1">
                <a:solidFill>
                  <a:srgbClr val="63736B"/>
                </a:solidFill>
                <a:latin typeface="Arial"/>
                <a:ea typeface="Arial"/>
                <a:cs typeface="Arial"/>
              </a:defRPr>
            </a:lvl3pPr>
            <a:lvl4pPr algn="r">
              <a:defRPr sz="975" b="1">
                <a:solidFill>
                  <a:srgbClr val="63736B"/>
                </a:solidFill>
                <a:latin typeface="Arial"/>
                <a:ea typeface="Arial"/>
                <a:cs typeface="Arial"/>
              </a:defRPr>
            </a:lvl4pPr>
            <a:lvl5pPr algn="r">
              <a:defRPr sz="975" b="1">
                <a:solidFill>
                  <a:srgbClr val="63736B"/>
                </a:solidFill>
                <a:latin typeface="Arial"/>
                <a:ea typeface="Arial"/>
                <a:cs typeface="Arial"/>
              </a:defRPr>
            </a:lvl5pPr>
            <a:lvl6pPr algn="r">
              <a:defRPr sz="975" b="1">
                <a:solidFill>
                  <a:srgbClr val="63736B"/>
                </a:solidFill>
                <a:latin typeface="Arial"/>
                <a:ea typeface="Arial"/>
                <a:cs typeface="Arial"/>
              </a:defRPr>
            </a:lvl6pPr>
            <a:lvl7pPr algn="r">
              <a:defRPr sz="975" b="1">
                <a:solidFill>
                  <a:srgbClr val="63736B"/>
                </a:solidFill>
                <a:latin typeface="Arial"/>
                <a:ea typeface="Arial"/>
                <a:cs typeface="Arial"/>
              </a:defRPr>
            </a:lvl7pPr>
            <a:lvl8pPr algn="r">
              <a:defRPr sz="975" b="1">
                <a:solidFill>
                  <a:srgbClr val="63736B"/>
                </a:solidFill>
                <a:latin typeface="Arial"/>
                <a:ea typeface="Arial"/>
                <a:cs typeface="Arial"/>
              </a:defRPr>
            </a:lvl8pPr>
            <a:lvl9pPr algn="r">
              <a:defRPr sz="975" b="1">
                <a:solidFill>
                  <a:srgbClr val="63736B"/>
                </a:solidFill>
                <a:latin typeface="Arial"/>
                <a:ea typeface="Arial"/>
                <a:cs typeface="Arial"/>
              </a:defRPr>
            </a:lvl9pPr>
          </a:lstStyle>
          <a:p xmlns:a="http://schemas.openxmlformats.org/drawingml/2006/main">
            <a:pPr algn="r">
              <a:defRPr sz="975" b="1">
                <a:solidFill>
                  <a:srgbClr val="63736B"/>
                </a:solidFill>
                <a:latin typeface="Arial"/>
                <a:ea typeface="Arial"/>
                <a:cs typeface="Arial"/>
              </a:defRPr>
            </a:pPr>
            <a:r>
              <a:rPr sz="975" b="1">
                <a:solidFill>
                  <a:srgbClr val="63736B"/>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F3EDDECA-0526-4812-8CE0-B5AEB5093F26}"/>
              </a:ext>
            </a:extLst>
          </p:cNvPr>
          <p:cNvSpPr>
            <a:spLocks xmlns:a="http://schemas.openxmlformats.org/drawingml/2006/main" noGrp="1"/>
          </p:cNvSpPr>
          <p:nvPr/>
        </p:nvSpPr>
        <p:spPr>
          <a:xfrm xmlns:a="http://schemas.openxmlformats.org/drawingml/2006/main">
            <a:off x="781050" y="2286000"/>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1">
                <a:solidFill>
                  <a:srgbClr val="A95D42"/>
                </a:solidFill>
                <a:latin typeface="Arial"/>
                <a:ea typeface="Arial"/>
                <a:cs typeface="Arial"/>
              </a:defRPr>
            </a:defPPr>
            <a:lvl1pPr algn="l">
              <a:defRPr sz="1950" b="1">
                <a:solidFill>
                  <a:srgbClr val="A95D42"/>
                </a:solidFill>
                <a:latin typeface="Arial"/>
                <a:ea typeface="Arial"/>
                <a:cs typeface="Arial"/>
              </a:defRPr>
            </a:lvl1pPr>
            <a:lvl2pPr algn="l">
              <a:defRPr sz="1950" b="1">
                <a:solidFill>
                  <a:srgbClr val="A95D42"/>
                </a:solidFill>
                <a:latin typeface="Arial"/>
                <a:ea typeface="Arial"/>
                <a:cs typeface="Arial"/>
              </a:defRPr>
            </a:lvl2pPr>
            <a:lvl3pPr algn="l">
              <a:defRPr sz="1950" b="1">
                <a:solidFill>
                  <a:srgbClr val="A95D42"/>
                </a:solidFill>
                <a:latin typeface="Arial"/>
                <a:ea typeface="Arial"/>
                <a:cs typeface="Arial"/>
              </a:defRPr>
            </a:lvl3pPr>
            <a:lvl4pPr algn="l">
              <a:defRPr sz="1950" b="1">
                <a:solidFill>
                  <a:srgbClr val="A95D42"/>
                </a:solidFill>
                <a:latin typeface="Arial"/>
                <a:ea typeface="Arial"/>
                <a:cs typeface="Arial"/>
              </a:defRPr>
            </a:lvl4pPr>
            <a:lvl5pPr algn="l">
              <a:defRPr sz="1950" b="1">
                <a:solidFill>
                  <a:srgbClr val="A95D42"/>
                </a:solidFill>
                <a:latin typeface="Arial"/>
                <a:ea typeface="Arial"/>
                <a:cs typeface="Arial"/>
              </a:defRPr>
            </a:lvl5pPr>
            <a:lvl6pPr algn="l">
              <a:defRPr sz="1950" b="1">
                <a:solidFill>
                  <a:srgbClr val="A95D42"/>
                </a:solidFill>
                <a:latin typeface="Arial"/>
                <a:ea typeface="Arial"/>
                <a:cs typeface="Arial"/>
              </a:defRPr>
            </a:lvl6pPr>
            <a:lvl7pPr algn="l">
              <a:defRPr sz="1950" b="1">
                <a:solidFill>
                  <a:srgbClr val="A95D42"/>
                </a:solidFill>
                <a:latin typeface="Arial"/>
                <a:ea typeface="Arial"/>
                <a:cs typeface="Arial"/>
              </a:defRPr>
            </a:lvl7pPr>
            <a:lvl8pPr algn="l">
              <a:defRPr sz="1950" b="1">
                <a:solidFill>
                  <a:srgbClr val="A95D42"/>
                </a:solidFill>
                <a:latin typeface="Arial"/>
                <a:ea typeface="Arial"/>
                <a:cs typeface="Arial"/>
              </a:defRPr>
            </a:lvl8pPr>
            <a:lvl9pPr algn="l">
              <a:defRPr sz="1950" b="1">
                <a:solidFill>
                  <a:srgbClr val="A95D42"/>
                </a:solidFill>
                <a:latin typeface="Arial"/>
                <a:ea typeface="Arial"/>
                <a:cs typeface="Arial"/>
              </a:defRPr>
            </a:lvl9pPr>
          </a:lstStyle>
          <a:p xmlns:a="http://schemas.openxmlformats.org/drawingml/2006/main">
            <a:pPr algn="l">
              <a:defRPr sz="1950" b="1">
                <a:solidFill>
                  <a:srgbClr val="A95D42"/>
                </a:solidFill>
                <a:latin typeface="Arial"/>
                <a:ea typeface="Arial"/>
                <a:cs typeface="Arial"/>
              </a:defRPr>
            </a:pPr>
            <a:r>
              <a:rPr sz="1950" b="1">
                <a:solidFill>
                  <a:srgbClr val="A95D4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703C223-6CEB-43DA-BB82-E934ECA8C99D}"/>
              </a:ext>
            </a:extLst>
          </p:cNvPr>
          <p:cNvSpPr>
            <a:spLocks xmlns:a="http://schemas.openxmlformats.org/drawingml/2006/main" noGrp="1"/>
          </p:cNvSpPr>
          <p:nvPr/>
        </p:nvSpPr>
        <p:spPr>
          <a:xfrm xmlns:a="http://schemas.openxmlformats.org/drawingml/2006/main">
            <a:off x="1562100" y="22669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352B"/>
                </a:solidFill>
                <a:latin typeface="Arial"/>
                <a:ea typeface="Arial"/>
                <a:cs typeface="Arial"/>
              </a:defRPr>
            </a:defPPr>
            <a:lvl1pPr algn="l">
              <a:defRPr sz="2175" b="1">
                <a:solidFill>
                  <a:srgbClr val="17352B"/>
                </a:solidFill>
                <a:latin typeface="Arial"/>
                <a:ea typeface="Arial"/>
                <a:cs typeface="Arial"/>
              </a:defRPr>
            </a:lvl1pPr>
            <a:lvl2pPr algn="l">
              <a:defRPr sz="2175" b="1">
                <a:solidFill>
                  <a:srgbClr val="17352B"/>
                </a:solidFill>
                <a:latin typeface="Arial"/>
                <a:ea typeface="Arial"/>
                <a:cs typeface="Arial"/>
              </a:defRPr>
            </a:lvl2pPr>
            <a:lvl3pPr algn="l">
              <a:defRPr sz="2175" b="1">
                <a:solidFill>
                  <a:srgbClr val="17352B"/>
                </a:solidFill>
                <a:latin typeface="Arial"/>
                <a:ea typeface="Arial"/>
                <a:cs typeface="Arial"/>
              </a:defRPr>
            </a:lvl3pPr>
            <a:lvl4pPr algn="l">
              <a:defRPr sz="2175" b="1">
                <a:solidFill>
                  <a:srgbClr val="17352B"/>
                </a:solidFill>
                <a:latin typeface="Arial"/>
                <a:ea typeface="Arial"/>
                <a:cs typeface="Arial"/>
              </a:defRPr>
            </a:lvl4pPr>
            <a:lvl5pPr algn="l">
              <a:defRPr sz="2175" b="1">
                <a:solidFill>
                  <a:srgbClr val="17352B"/>
                </a:solidFill>
                <a:latin typeface="Arial"/>
                <a:ea typeface="Arial"/>
                <a:cs typeface="Arial"/>
              </a:defRPr>
            </a:lvl5pPr>
            <a:lvl6pPr algn="l">
              <a:defRPr sz="2175" b="1">
                <a:solidFill>
                  <a:srgbClr val="17352B"/>
                </a:solidFill>
                <a:latin typeface="Arial"/>
                <a:ea typeface="Arial"/>
                <a:cs typeface="Arial"/>
              </a:defRPr>
            </a:lvl6pPr>
            <a:lvl7pPr algn="l">
              <a:defRPr sz="2175" b="1">
                <a:solidFill>
                  <a:srgbClr val="17352B"/>
                </a:solidFill>
                <a:latin typeface="Arial"/>
                <a:ea typeface="Arial"/>
                <a:cs typeface="Arial"/>
              </a:defRPr>
            </a:lvl7pPr>
            <a:lvl8pPr algn="l">
              <a:defRPr sz="2175" b="1">
                <a:solidFill>
                  <a:srgbClr val="17352B"/>
                </a:solidFill>
                <a:latin typeface="Arial"/>
                <a:ea typeface="Arial"/>
                <a:cs typeface="Arial"/>
              </a:defRPr>
            </a:lvl8pPr>
            <a:lvl9pPr algn="l">
              <a:defRPr sz="2175" b="1">
                <a:solidFill>
                  <a:srgbClr val="17352B"/>
                </a:solidFill>
                <a:latin typeface="Arial"/>
                <a:ea typeface="Arial"/>
                <a:cs typeface="Arial"/>
              </a:defRPr>
            </a:lvl9pPr>
          </a:lstStyle>
          <a:p xmlns:a="http://schemas.openxmlformats.org/drawingml/2006/main">
            <a:pPr algn="l">
              <a:defRPr sz="2175" b="1">
                <a:solidFill>
                  <a:srgbClr val="17352B"/>
                </a:solidFill>
                <a:latin typeface="Arial"/>
                <a:ea typeface="Arial"/>
                <a:cs typeface="Arial"/>
              </a:defRPr>
            </a:pPr>
            <a:r>
              <a:rPr sz="2175" b="1">
                <a:solidFill>
                  <a:srgbClr val="17352B"/>
                </a:solidFill>
                <a:latin typeface="Arial"/>
                <a:ea typeface="Arial"/>
                <a:cs typeface="Arial"/>
              </a:rPr>
              <a:t>Bán hàng</a:t>
            </a:r>
          </a:p>
        </p:txBody>
      </p:sp>
      <p:sp>
        <p:nvSpPr>
          <p:cNvPr id="8" name="">
            <a:extLst xmlns:a="http://schemas.openxmlformats.org/drawingml/2006/main">
              <a:ext uri="{FF2B5EF4-FFF2-40B4-BE49-F238E27FC236}">
                <a16:creationId xmlns:a16="http://schemas.microsoft.com/office/drawing/2014/main" id="{0A6064A0-F447-431B-8ED1-FF486057E312}"/>
              </a:ext>
            </a:extLst>
          </p:cNvPr>
          <p:cNvSpPr>
            <a:spLocks xmlns:a="http://schemas.openxmlformats.org/drawingml/2006/main" noGrp="1"/>
          </p:cNvSpPr>
          <p:nvPr/>
        </p:nvSpPr>
        <p:spPr>
          <a:xfrm xmlns:a="http://schemas.openxmlformats.org/drawingml/2006/main">
            <a:off x="1562100" y="267652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Ghi đơn và nhận tiền tại quầy</a:t>
            </a:r>
          </a:p>
        </p:txBody>
      </p:sp>
      <p:sp>
        <p:nvSpPr>
          <p:cNvPr id="9" name="">
            <a:extLst xmlns:a="http://schemas.openxmlformats.org/drawingml/2006/main">
              <a:ext uri="{FF2B5EF4-FFF2-40B4-BE49-F238E27FC236}">
                <a16:creationId xmlns:a16="http://schemas.microsoft.com/office/drawing/2014/main" id="{A46B947E-FBDE-476B-B606-5F48D9A43C45}"/>
              </a:ext>
            </a:extLst>
          </p:cNvPr>
          <p:cNvSpPr>
            <a:spLocks xmlns:a="http://schemas.openxmlformats.org/drawingml/2006/main" noGrp="1"/>
          </p:cNvSpPr>
          <p:nvPr/>
        </p:nvSpPr>
        <p:spPr>
          <a:xfrm xmlns:a="http://schemas.openxmlformats.org/drawingml/2006/main">
            <a:off x="781050" y="3152775"/>
            <a:ext cx="571500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0DDDE73-2547-413B-8B09-A59F42BA1602}"/>
              </a:ext>
            </a:extLst>
          </p:cNvPr>
          <p:cNvSpPr>
            <a:spLocks xmlns:a="http://schemas.openxmlformats.org/drawingml/2006/main" noGrp="1"/>
          </p:cNvSpPr>
          <p:nvPr/>
        </p:nvSpPr>
        <p:spPr>
          <a:xfrm xmlns:a="http://schemas.openxmlformats.org/drawingml/2006/main">
            <a:off x="781050" y="3352800"/>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1">
                <a:solidFill>
                  <a:srgbClr val="A95D42"/>
                </a:solidFill>
                <a:latin typeface="Arial"/>
                <a:ea typeface="Arial"/>
                <a:cs typeface="Arial"/>
              </a:defRPr>
            </a:defPPr>
            <a:lvl1pPr algn="l">
              <a:defRPr sz="1950" b="1">
                <a:solidFill>
                  <a:srgbClr val="A95D42"/>
                </a:solidFill>
                <a:latin typeface="Arial"/>
                <a:ea typeface="Arial"/>
                <a:cs typeface="Arial"/>
              </a:defRPr>
            </a:lvl1pPr>
            <a:lvl2pPr algn="l">
              <a:defRPr sz="1950" b="1">
                <a:solidFill>
                  <a:srgbClr val="A95D42"/>
                </a:solidFill>
                <a:latin typeface="Arial"/>
                <a:ea typeface="Arial"/>
                <a:cs typeface="Arial"/>
              </a:defRPr>
            </a:lvl2pPr>
            <a:lvl3pPr algn="l">
              <a:defRPr sz="1950" b="1">
                <a:solidFill>
                  <a:srgbClr val="A95D42"/>
                </a:solidFill>
                <a:latin typeface="Arial"/>
                <a:ea typeface="Arial"/>
                <a:cs typeface="Arial"/>
              </a:defRPr>
            </a:lvl3pPr>
            <a:lvl4pPr algn="l">
              <a:defRPr sz="1950" b="1">
                <a:solidFill>
                  <a:srgbClr val="A95D42"/>
                </a:solidFill>
                <a:latin typeface="Arial"/>
                <a:ea typeface="Arial"/>
                <a:cs typeface="Arial"/>
              </a:defRPr>
            </a:lvl4pPr>
            <a:lvl5pPr algn="l">
              <a:defRPr sz="1950" b="1">
                <a:solidFill>
                  <a:srgbClr val="A95D42"/>
                </a:solidFill>
                <a:latin typeface="Arial"/>
                <a:ea typeface="Arial"/>
                <a:cs typeface="Arial"/>
              </a:defRPr>
            </a:lvl5pPr>
            <a:lvl6pPr algn="l">
              <a:defRPr sz="1950" b="1">
                <a:solidFill>
                  <a:srgbClr val="A95D42"/>
                </a:solidFill>
                <a:latin typeface="Arial"/>
                <a:ea typeface="Arial"/>
                <a:cs typeface="Arial"/>
              </a:defRPr>
            </a:lvl6pPr>
            <a:lvl7pPr algn="l">
              <a:defRPr sz="1950" b="1">
                <a:solidFill>
                  <a:srgbClr val="A95D42"/>
                </a:solidFill>
                <a:latin typeface="Arial"/>
                <a:ea typeface="Arial"/>
                <a:cs typeface="Arial"/>
              </a:defRPr>
            </a:lvl7pPr>
            <a:lvl8pPr algn="l">
              <a:defRPr sz="1950" b="1">
                <a:solidFill>
                  <a:srgbClr val="A95D42"/>
                </a:solidFill>
                <a:latin typeface="Arial"/>
                <a:ea typeface="Arial"/>
                <a:cs typeface="Arial"/>
              </a:defRPr>
            </a:lvl8pPr>
            <a:lvl9pPr algn="l">
              <a:defRPr sz="1950" b="1">
                <a:solidFill>
                  <a:srgbClr val="A95D42"/>
                </a:solidFill>
                <a:latin typeface="Arial"/>
                <a:ea typeface="Arial"/>
                <a:cs typeface="Arial"/>
              </a:defRPr>
            </a:lvl9pPr>
          </a:lstStyle>
          <a:p xmlns:a="http://schemas.openxmlformats.org/drawingml/2006/main">
            <a:pPr algn="l">
              <a:defRPr sz="1950" b="1">
                <a:solidFill>
                  <a:srgbClr val="A95D42"/>
                </a:solidFill>
                <a:latin typeface="Arial"/>
                <a:ea typeface="Arial"/>
                <a:cs typeface="Arial"/>
              </a:defRPr>
            </a:pPr>
            <a:r>
              <a:rPr sz="1950" b="1">
                <a:solidFill>
                  <a:srgbClr val="A95D42"/>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B369DC5-61C3-4640-88EC-F08509599D8B}"/>
              </a:ext>
            </a:extLst>
          </p:cNvPr>
          <p:cNvSpPr>
            <a:spLocks xmlns:a="http://schemas.openxmlformats.org/drawingml/2006/main" noGrp="1"/>
          </p:cNvSpPr>
          <p:nvPr/>
        </p:nvSpPr>
        <p:spPr>
          <a:xfrm xmlns:a="http://schemas.openxmlformats.org/drawingml/2006/main">
            <a:off x="1562100" y="33337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352B"/>
                </a:solidFill>
                <a:latin typeface="Arial"/>
                <a:ea typeface="Arial"/>
                <a:cs typeface="Arial"/>
              </a:defRPr>
            </a:defPPr>
            <a:lvl1pPr algn="l">
              <a:defRPr sz="2175" b="1">
                <a:solidFill>
                  <a:srgbClr val="17352B"/>
                </a:solidFill>
                <a:latin typeface="Arial"/>
                <a:ea typeface="Arial"/>
                <a:cs typeface="Arial"/>
              </a:defRPr>
            </a:lvl1pPr>
            <a:lvl2pPr algn="l">
              <a:defRPr sz="2175" b="1">
                <a:solidFill>
                  <a:srgbClr val="17352B"/>
                </a:solidFill>
                <a:latin typeface="Arial"/>
                <a:ea typeface="Arial"/>
                <a:cs typeface="Arial"/>
              </a:defRPr>
            </a:lvl2pPr>
            <a:lvl3pPr algn="l">
              <a:defRPr sz="2175" b="1">
                <a:solidFill>
                  <a:srgbClr val="17352B"/>
                </a:solidFill>
                <a:latin typeface="Arial"/>
                <a:ea typeface="Arial"/>
                <a:cs typeface="Arial"/>
              </a:defRPr>
            </a:lvl3pPr>
            <a:lvl4pPr algn="l">
              <a:defRPr sz="2175" b="1">
                <a:solidFill>
                  <a:srgbClr val="17352B"/>
                </a:solidFill>
                <a:latin typeface="Arial"/>
                <a:ea typeface="Arial"/>
                <a:cs typeface="Arial"/>
              </a:defRPr>
            </a:lvl4pPr>
            <a:lvl5pPr algn="l">
              <a:defRPr sz="2175" b="1">
                <a:solidFill>
                  <a:srgbClr val="17352B"/>
                </a:solidFill>
                <a:latin typeface="Arial"/>
                <a:ea typeface="Arial"/>
                <a:cs typeface="Arial"/>
              </a:defRPr>
            </a:lvl5pPr>
            <a:lvl6pPr algn="l">
              <a:defRPr sz="2175" b="1">
                <a:solidFill>
                  <a:srgbClr val="17352B"/>
                </a:solidFill>
                <a:latin typeface="Arial"/>
                <a:ea typeface="Arial"/>
                <a:cs typeface="Arial"/>
              </a:defRPr>
            </a:lvl6pPr>
            <a:lvl7pPr algn="l">
              <a:defRPr sz="2175" b="1">
                <a:solidFill>
                  <a:srgbClr val="17352B"/>
                </a:solidFill>
                <a:latin typeface="Arial"/>
                <a:ea typeface="Arial"/>
                <a:cs typeface="Arial"/>
              </a:defRPr>
            </a:lvl7pPr>
            <a:lvl8pPr algn="l">
              <a:defRPr sz="2175" b="1">
                <a:solidFill>
                  <a:srgbClr val="17352B"/>
                </a:solidFill>
                <a:latin typeface="Arial"/>
                <a:ea typeface="Arial"/>
                <a:cs typeface="Arial"/>
              </a:defRPr>
            </a:lvl8pPr>
            <a:lvl9pPr algn="l">
              <a:defRPr sz="2175" b="1">
                <a:solidFill>
                  <a:srgbClr val="17352B"/>
                </a:solidFill>
                <a:latin typeface="Arial"/>
                <a:ea typeface="Arial"/>
                <a:cs typeface="Arial"/>
              </a:defRPr>
            </a:lvl9pPr>
          </a:lstStyle>
          <a:p xmlns:a="http://schemas.openxmlformats.org/drawingml/2006/main">
            <a:pPr algn="l">
              <a:defRPr sz="2175" b="1">
                <a:solidFill>
                  <a:srgbClr val="17352B"/>
                </a:solidFill>
                <a:latin typeface="Arial"/>
                <a:ea typeface="Arial"/>
                <a:cs typeface="Arial"/>
              </a:defRPr>
            </a:pPr>
            <a:r>
              <a:rPr sz="2175" b="1">
                <a:solidFill>
                  <a:srgbClr val="17352B"/>
                </a:solidFill>
                <a:latin typeface="Arial"/>
                <a:ea typeface="Arial"/>
                <a:cs typeface="Arial"/>
              </a:rPr>
              <a:t>Tồn &amp; nhập</a:t>
            </a:r>
          </a:p>
        </p:txBody>
      </p:sp>
      <p:sp>
        <p:nvSpPr>
          <p:cNvPr id="12" name="">
            <a:extLst xmlns:a="http://schemas.openxmlformats.org/drawingml/2006/main">
              <a:ext uri="{FF2B5EF4-FFF2-40B4-BE49-F238E27FC236}">
                <a16:creationId xmlns:a16="http://schemas.microsoft.com/office/drawing/2014/main" id="{DA2E1482-9EA6-4003-8ABA-49476FB20289}"/>
              </a:ext>
            </a:extLst>
          </p:cNvPr>
          <p:cNvSpPr>
            <a:spLocks xmlns:a="http://schemas.openxmlformats.org/drawingml/2006/main" noGrp="1"/>
          </p:cNvSpPr>
          <p:nvPr/>
        </p:nvSpPr>
        <p:spPr>
          <a:xfrm xmlns:a="http://schemas.openxmlformats.org/drawingml/2006/main">
            <a:off x="1562100" y="374332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Theo dõi hàng còn, hàng nhập và giá vốn</a:t>
            </a:r>
          </a:p>
        </p:txBody>
      </p:sp>
      <p:sp>
        <p:nvSpPr>
          <p:cNvPr id="13" name="">
            <a:extLst xmlns:a="http://schemas.openxmlformats.org/drawingml/2006/main">
              <a:ext uri="{FF2B5EF4-FFF2-40B4-BE49-F238E27FC236}">
                <a16:creationId xmlns:a16="http://schemas.microsoft.com/office/drawing/2014/main" id="{8CEB23AE-6FF6-42AB-AA5E-214541241EA9}"/>
              </a:ext>
            </a:extLst>
          </p:cNvPr>
          <p:cNvSpPr>
            <a:spLocks xmlns:a="http://schemas.openxmlformats.org/drawingml/2006/main" noGrp="1"/>
          </p:cNvSpPr>
          <p:nvPr/>
        </p:nvSpPr>
        <p:spPr>
          <a:xfrm xmlns:a="http://schemas.openxmlformats.org/drawingml/2006/main">
            <a:off x="781050" y="4219575"/>
            <a:ext cx="571500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A10FB13-5154-4795-8B73-42B1D9326A58}"/>
              </a:ext>
            </a:extLst>
          </p:cNvPr>
          <p:cNvSpPr>
            <a:spLocks xmlns:a="http://schemas.openxmlformats.org/drawingml/2006/main" noGrp="1"/>
          </p:cNvSpPr>
          <p:nvPr/>
        </p:nvSpPr>
        <p:spPr>
          <a:xfrm xmlns:a="http://schemas.openxmlformats.org/drawingml/2006/main">
            <a:off x="781050" y="4419600"/>
            <a:ext cx="628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1">
                <a:solidFill>
                  <a:srgbClr val="A95D42"/>
                </a:solidFill>
                <a:latin typeface="Arial"/>
                <a:ea typeface="Arial"/>
                <a:cs typeface="Arial"/>
              </a:defRPr>
            </a:defPPr>
            <a:lvl1pPr algn="l">
              <a:defRPr sz="1950" b="1">
                <a:solidFill>
                  <a:srgbClr val="A95D42"/>
                </a:solidFill>
                <a:latin typeface="Arial"/>
                <a:ea typeface="Arial"/>
                <a:cs typeface="Arial"/>
              </a:defRPr>
            </a:lvl1pPr>
            <a:lvl2pPr algn="l">
              <a:defRPr sz="1950" b="1">
                <a:solidFill>
                  <a:srgbClr val="A95D42"/>
                </a:solidFill>
                <a:latin typeface="Arial"/>
                <a:ea typeface="Arial"/>
                <a:cs typeface="Arial"/>
              </a:defRPr>
            </a:lvl2pPr>
            <a:lvl3pPr algn="l">
              <a:defRPr sz="1950" b="1">
                <a:solidFill>
                  <a:srgbClr val="A95D42"/>
                </a:solidFill>
                <a:latin typeface="Arial"/>
                <a:ea typeface="Arial"/>
                <a:cs typeface="Arial"/>
              </a:defRPr>
            </a:lvl3pPr>
            <a:lvl4pPr algn="l">
              <a:defRPr sz="1950" b="1">
                <a:solidFill>
                  <a:srgbClr val="A95D42"/>
                </a:solidFill>
                <a:latin typeface="Arial"/>
                <a:ea typeface="Arial"/>
                <a:cs typeface="Arial"/>
              </a:defRPr>
            </a:lvl4pPr>
            <a:lvl5pPr algn="l">
              <a:defRPr sz="1950" b="1">
                <a:solidFill>
                  <a:srgbClr val="A95D42"/>
                </a:solidFill>
                <a:latin typeface="Arial"/>
                <a:ea typeface="Arial"/>
                <a:cs typeface="Arial"/>
              </a:defRPr>
            </a:lvl5pPr>
            <a:lvl6pPr algn="l">
              <a:defRPr sz="1950" b="1">
                <a:solidFill>
                  <a:srgbClr val="A95D42"/>
                </a:solidFill>
                <a:latin typeface="Arial"/>
                <a:ea typeface="Arial"/>
                <a:cs typeface="Arial"/>
              </a:defRPr>
            </a:lvl6pPr>
            <a:lvl7pPr algn="l">
              <a:defRPr sz="1950" b="1">
                <a:solidFill>
                  <a:srgbClr val="A95D42"/>
                </a:solidFill>
                <a:latin typeface="Arial"/>
                <a:ea typeface="Arial"/>
                <a:cs typeface="Arial"/>
              </a:defRPr>
            </a:lvl7pPr>
            <a:lvl8pPr algn="l">
              <a:defRPr sz="1950" b="1">
                <a:solidFill>
                  <a:srgbClr val="A95D42"/>
                </a:solidFill>
                <a:latin typeface="Arial"/>
                <a:ea typeface="Arial"/>
                <a:cs typeface="Arial"/>
              </a:defRPr>
            </a:lvl8pPr>
            <a:lvl9pPr algn="l">
              <a:defRPr sz="1950" b="1">
                <a:solidFill>
                  <a:srgbClr val="A95D42"/>
                </a:solidFill>
                <a:latin typeface="Arial"/>
                <a:ea typeface="Arial"/>
                <a:cs typeface="Arial"/>
              </a:defRPr>
            </a:lvl9pPr>
          </a:lstStyle>
          <a:p xmlns:a="http://schemas.openxmlformats.org/drawingml/2006/main">
            <a:pPr algn="l">
              <a:defRPr sz="1950" b="1">
                <a:solidFill>
                  <a:srgbClr val="A95D42"/>
                </a:solidFill>
                <a:latin typeface="Arial"/>
                <a:ea typeface="Arial"/>
                <a:cs typeface="Arial"/>
              </a:defRPr>
            </a:pPr>
            <a:r>
              <a:rPr sz="1950" b="1">
                <a:solidFill>
                  <a:srgbClr val="A95D42"/>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5FC9C3D4-BAEA-46DC-82E7-A1C4819F4137}"/>
              </a:ext>
            </a:extLst>
          </p:cNvPr>
          <p:cNvSpPr>
            <a:spLocks xmlns:a="http://schemas.openxmlformats.org/drawingml/2006/main" noGrp="1"/>
          </p:cNvSpPr>
          <p:nvPr/>
        </p:nvSpPr>
        <p:spPr>
          <a:xfrm xmlns:a="http://schemas.openxmlformats.org/drawingml/2006/main">
            <a:off x="1562100" y="440055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352B"/>
                </a:solidFill>
                <a:latin typeface="Arial"/>
                <a:ea typeface="Arial"/>
                <a:cs typeface="Arial"/>
              </a:defRPr>
            </a:defPPr>
            <a:lvl1pPr algn="l">
              <a:defRPr sz="2175" b="1">
                <a:solidFill>
                  <a:srgbClr val="17352B"/>
                </a:solidFill>
                <a:latin typeface="Arial"/>
                <a:ea typeface="Arial"/>
                <a:cs typeface="Arial"/>
              </a:defRPr>
            </a:lvl1pPr>
            <a:lvl2pPr algn="l">
              <a:defRPr sz="2175" b="1">
                <a:solidFill>
                  <a:srgbClr val="17352B"/>
                </a:solidFill>
                <a:latin typeface="Arial"/>
                <a:ea typeface="Arial"/>
                <a:cs typeface="Arial"/>
              </a:defRPr>
            </a:lvl2pPr>
            <a:lvl3pPr algn="l">
              <a:defRPr sz="2175" b="1">
                <a:solidFill>
                  <a:srgbClr val="17352B"/>
                </a:solidFill>
                <a:latin typeface="Arial"/>
                <a:ea typeface="Arial"/>
                <a:cs typeface="Arial"/>
              </a:defRPr>
            </a:lvl3pPr>
            <a:lvl4pPr algn="l">
              <a:defRPr sz="2175" b="1">
                <a:solidFill>
                  <a:srgbClr val="17352B"/>
                </a:solidFill>
                <a:latin typeface="Arial"/>
                <a:ea typeface="Arial"/>
                <a:cs typeface="Arial"/>
              </a:defRPr>
            </a:lvl4pPr>
            <a:lvl5pPr algn="l">
              <a:defRPr sz="2175" b="1">
                <a:solidFill>
                  <a:srgbClr val="17352B"/>
                </a:solidFill>
                <a:latin typeface="Arial"/>
                <a:ea typeface="Arial"/>
                <a:cs typeface="Arial"/>
              </a:defRPr>
            </a:lvl5pPr>
            <a:lvl6pPr algn="l">
              <a:defRPr sz="2175" b="1">
                <a:solidFill>
                  <a:srgbClr val="17352B"/>
                </a:solidFill>
                <a:latin typeface="Arial"/>
                <a:ea typeface="Arial"/>
                <a:cs typeface="Arial"/>
              </a:defRPr>
            </a:lvl6pPr>
            <a:lvl7pPr algn="l">
              <a:defRPr sz="2175" b="1">
                <a:solidFill>
                  <a:srgbClr val="17352B"/>
                </a:solidFill>
                <a:latin typeface="Arial"/>
                <a:ea typeface="Arial"/>
                <a:cs typeface="Arial"/>
              </a:defRPr>
            </a:lvl7pPr>
            <a:lvl8pPr algn="l">
              <a:defRPr sz="2175" b="1">
                <a:solidFill>
                  <a:srgbClr val="17352B"/>
                </a:solidFill>
                <a:latin typeface="Arial"/>
                <a:ea typeface="Arial"/>
                <a:cs typeface="Arial"/>
              </a:defRPr>
            </a:lvl8pPr>
            <a:lvl9pPr algn="l">
              <a:defRPr sz="2175" b="1">
                <a:solidFill>
                  <a:srgbClr val="17352B"/>
                </a:solidFill>
                <a:latin typeface="Arial"/>
                <a:ea typeface="Arial"/>
                <a:cs typeface="Arial"/>
              </a:defRPr>
            </a:lvl9pPr>
          </a:lstStyle>
          <a:p xmlns:a="http://schemas.openxmlformats.org/drawingml/2006/main">
            <a:pPr algn="l">
              <a:defRPr sz="2175" b="1">
                <a:solidFill>
                  <a:srgbClr val="17352B"/>
                </a:solidFill>
                <a:latin typeface="Arial"/>
                <a:ea typeface="Arial"/>
                <a:cs typeface="Arial"/>
              </a:defRPr>
            </a:pPr>
            <a:r>
              <a:rPr sz="2175" b="1">
                <a:solidFill>
                  <a:srgbClr val="17352B"/>
                </a:solidFill>
                <a:latin typeface="Arial"/>
                <a:ea typeface="Arial"/>
                <a:cs typeface="Arial"/>
              </a:rPr>
              <a:t>Khách &amp; thu chi</a:t>
            </a:r>
          </a:p>
        </p:txBody>
      </p:sp>
      <p:sp>
        <p:nvSpPr>
          <p:cNvPr id="16" name="">
            <a:extLst xmlns:a="http://schemas.openxmlformats.org/drawingml/2006/main">
              <a:ext uri="{FF2B5EF4-FFF2-40B4-BE49-F238E27FC236}">
                <a16:creationId xmlns:a16="http://schemas.microsoft.com/office/drawing/2014/main" id="{8873A45D-C89F-4DB2-B562-3897CFA761D4}"/>
              </a:ext>
            </a:extLst>
          </p:cNvPr>
          <p:cNvSpPr>
            <a:spLocks xmlns:a="http://schemas.openxmlformats.org/drawingml/2006/main" noGrp="1"/>
          </p:cNvSpPr>
          <p:nvPr/>
        </p:nvSpPr>
        <p:spPr>
          <a:xfrm xmlns:a="http://schemas.openxmlformats.org/drawingml/2006/main">
            <a:off x="1562100" y="481012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Nhớ công nợ, khoản thu, khoản chi và đối soát</a:t>
            </a:r>
          </a:p>
        </p:txBody>
      </p:sp>
      <p:sp>
        <p:nvSpPr>
          <p:cNvPr id="17" name="">
            <a:extLst xmlns:a="http://schemas.openxmlformats.org/drawingml/2006/main">
              <a:ext uri="{FF2B5EF4-FFF2-40B4-BE49-F238E27FC236}">
                <a16:creationId xmlns:a16="http://schemas.microsoft.com/office/drawing/2014/main" id="{4CBDCC81-3133-4D2A-B808-AB1101EA17D3}"/>
              </a:ext>
            </a:extLst>
          </p:cNvPr>
          <p:cNvSpPr>
            <a:spLocks xmlns:a="http://schemas.openxmlformats.org/drawingml/2006/main" noGrp="1"/>
          </p:cNvSpPr>
          <p:nvPr/>
        </p:nvSpPr>
        <p:spPr>
          <a:xfrm xmlns:a="http://schemas.openxmlformats.org/drawingml/2006/main">
            <a:off x="781050" y="5286375"/>
            <a:ext cx="571500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F3977C0-1FBF-4D46-AF0E-0F0510183B30}"/>
              </a:ext>
            </a:extLst>
          </p:cNvPr>
          <p:cNvSpPr>
            <a:spLocks xmlns:a="http://schemas.openxmlformats.org/drawingml/2006/main" noGrp="1"/>
          </p:cNvSpPr>
          <p:nvPr/>
        </p:nvSpPr>
        <p:spPr>
          <a:xfrm xmlns:a="http://schemas.openxmlformats.org/drawingml/2006/main">
            <a:off x="7239000" y="2400300"/>
            <a:ext cx="9525" cy="3143250"/>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73B50B1-6A49-4E59-A673-BFE56F5326B7}"/>
              </a:ext>
            </a:extLst>
          </p:cNvPr>
          <p:cNvSpPr>
            <a:spLocks xmlns:a="http://schemas.openxmlformats.org/drawingml/2006/main" noGrp="1"/>
          </p:cNvSpPr>
          <p:nvPr/>
        </p:nvSpPr>
        <p:spPr>
          <a:xfrm xmlns:a="http://schemas.openxmlformats.org/drawingml/2006/main">
            <a:off x="7734300" y="2609850"/>
            <a:ext cx="3619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925" b="1">
                <a:solidFill>
                  <a:srgbClr val="123F35"/>
                </a:solidFill>
                <a:latin typeface="Arial"/>
                <a:ea typeface="Arial"/>
                <a:cs typeface="Arial"/>
              </a:defRPr>
            </a:defPPr>
            <a:lvl1pPr algn="l">
              <a:defRPr sz="2925" b="1">
                <a:solidFill>
                  <a:srgbClr val="123F35"/>
                </a:solidFill>
                <a:latin typeface="Arial"/>
                <a:ea typeface="Arial"/>
                <a:cs typeface="Arial"/>
              </a:defRPr>
            </a:lvl1pPr>
            <a:lvl2pPr algn="l">
              <a:defRPr sz="2925" b="1">
                <a:solidFill>
                  <a:srgbClr val="123F35"/>
                </a:solidFill>
                <a:latin typeface="Arial"/>
                <a:ea typeface="Arial"/>
                <a:cs typeface="Arial"/>
              </a:defRPr>
            </a:lvl2pPr>
            <a:lvl3pPr algn="l">
              <a:defRPr sz="2925" b="1">
                <a:solidFill>
                  <a:srgbClr val="123F35"/>
                </a:solidFill>
                <a:latin typeface="Arial"/>
                <a:ea typeface="Arial"/>
                <a:cs typeface="Arial"/>
              </a:defRPr>
            </a:lvl3pPr>
            <a:lvl4pPr algn="l">
              <a:defRPr sz="2925" b="1">
                <a:solidFill>
                  <a:srgbClr val="123F35"/>
                </a:solidFill>
                <a:latin typeface="Arial"/>
                <a:ea typeface="Arial"/>
                <a:cs typeface="Arial"/>
              </a:defRPr>
            </a:lvl4pPr>
            <a:lvl5pPr algn="l">
              <a:defRPr sz="2925" b="1">
                <a:solidFill>
                  <a:srgbClr val="123F35"/>
                </a:solidFill>
                <a:latin typeface="Arial"/>
                <a:ea typeface="Arial"/>
                <a:cs typeface="Arial"/>
              </a:defRPr>
            </a:lvl5pPr>
            <a:lvl6pPr algn="l">
              <a:defRPr sz="2925" b="1">
                <a:solidFill>
                  <a:srgbClr val="123F35"/>
                </a:solidFill>
                <a:latin typeface="Arial"/>
                <a:ea typeface="Arial"/>
                <a:cs typeface="Arial"/>
              </a:defRPr>
            </a:lvl6pPr>
            <a:lvl7pPr algn="l">
              <a:defRPr sz="2925" b="1">
                <a:solidFill>
                  <a:srgbClr val="123F35"/>
                </a:solidFill>
                <a:latin typeface="Arial"/>
                <a:ea typeface="Arial"/>
                <a:cs typeface="Arial"/>
              </a:defRPr>
            </a:lvl7pPr>
            <a:lvl8pPr algn="l">
              <a:defRPr sz="2925" b="1">
                <a:solidFill>
                  <a:srgbClr val="123F35"/>
                </a:solidFill>
                <a:latin typeface="Arial"/>
                <a:ea typeface="Arial"/>
                <a:cs typeface="Arial"/>
              </a:defRPr>
            </a:lvl8pPr>
            <a:lvl9pPr algn="l">
              <a:defRPr sz="2925" b="1">
                <a:solidFill>
                  <a:srgbClr val="123F35"/>
                </a:solidFill>
                <a:latin typeface="Arial"/>
                <a:ea typeface="Arial"/>
                <a:cs typeface="Arial"/>
              </a:defRPr>
            </a:lvl9pPr>
          </a:lstStyle>
          <a:p xmlns:a="http://schemas.openxmlformats.org/drawingml/2006/main">
            <a:pPr algn="l">
              <a:defRPr sz="2925" b="1">
                <a:solidFill>
                  <a:srgbClr val="123F35"/>
                </a:solidFill>
                <a:latin typeface="Arial"/>
                <a:ea typeface="Arial"/>
                <a:cs typeface="Arial"/>
              </a:defRPr>
            </a:pPr>
            <a:r>
              <a:rPr sz="2925" b="1">
                <a:solidFill>
                  <a:srgbClr val="123F35"/>
                </a:solidFill>
                <a:latin typeface="Arial"/>
                <a:ea typeface="Arial"/>
                <a:cs typeface="Arial"/>
              </a:rPr>
              <a:t>Chủ cửa hàng phải tự nối các mảnh lại.</a:t>
            </a:r>
          </a:p>
        </p:txBody>
      </p:sp>
      <p:sp>
        <p:nvSpPr>
          <p:cNvPr id="20" name="">
            <a:extLst xmlns:a="http://schemas.openxmlformats.org/drawingml/2006/main">
              <a:ext uri="{FF2B5EF4-FFF2-40B4-BE49-F238E27FC236}">
                <a16:creationId xmlns:a16="http://schemas.microsoft.com/office/drawing/2014/main" id="{258B6F25-84A2-48CB-8090-8D91C651E659}"/>
              </a:ext>
            </a:extLst>
          </p:cNvPr>
          <p:cNvSpPr>
            <a:spLocks xmlns:a="http://schemas.openxmlformats.org/drawingml/2006/main" noGrp="1"/>
          </p:cNvSpPr>
          <p:nvPr/>
        </p:nvSpPr>
        <p:spPr>
          <a:xfrm xmlns:a="http://schemas.openxmlformats.org/drawingml/2006/main">
            <a:off x="7753350" y="4314825"/>
            <a:ext cx="342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Điều Slink muốn giảm: nhập lại dữ liệu, tìm lịch sử và đối chiếu bằng tay.</a:t>
            </a:r>
          </a:p>
        </p:txBody>
      </p:sp>
      <p:sp>
        <p:nvSpPr>
          <p:cNvPr id="21" name="">
            <a:extLst xmlns:a="http://schemas.openxmlformats.org/drawingml/2006/main">
              <a:ext uri="{FF2B5EF4-FFF2-40B4-BE49-F238E27FC236}">
                <a16:creationId xmlns:a16="http://schemas.microsoft.com/office/drawing/2014/main" id="{2FD76BF6-32F5-4647-8626-50E6523514D4}"/>
              </a:ext>
            </a:extLst>
          </p:cNvPr>
          <p:cNvSpPr>
            <a:spLocks xmlns:a="http://schemas.openxmlformats.org/drawingml/2006/main" noGrp="1"/>
          </p:cNvSpPr>
          <p:nvPr/>
        </p:nvSpPr>
        <p:spPr>
          <a:xfrm xmlns:a="http://schemas.openxmlformats.org/drawingml/2006/main">
            <a:off x="7753350" y="55245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050" b="1">
                <a:solidFill>
                  <a:srgbClr val="A95D42"/>
                </a:solidFill>
                <a:latin typeface="Arial"/>
                <a:ea typeface="Arial"/>
                <a:cs typeface="Arial"/>
              </a:defRPr>
            </a:defPPr>
            <a:lvl1pPr algn="l">
              <a:defRPr sz="1050" b="1">
                <a:solidFill>
                  <a:srgbClr val="A95D42"/>
                </a:solidFill>
                <a:latin typeface="Arial"/>
                <a:ea typeface="Arial"/>
                <a:cs typeface="Arial"/>
              </a:defRPr>
            </a:lvl1pPr>
            <a:lvl2pPr algn="l">
              <a:defRPr sz="1050" b="1">
                <a:solidFill>
                  <a:srgbClr val="A95D42"/>
                </a:solidFill>
                <a:latin typeface="Arial"/>
                <a:ea typeface="Arial"/>
                <a:cs typeface="Arial"/>
              </a:defRPr>
            </a:lvl2pPr>
            <a:lvl3pPr algn="l">
              <a:defRPr sz="1050" b="1">
                <a:solidFill>
                  <a:srgbClr val="A95D42"/>
                </a:solidFill>
                <a:latin typeface="Arial"/>
                <a:ea typeface="Arial"/>
                <a:cs typeface="Arial"/>
              </a:defRPr>
            </a:lvl3pPr>
            <a:lvl4pPr algn="l">
              <a:defRPr sz="1050" b="1">
                <a:solidFill>
                  <a:srgbClr val="A95D42"/>
                </a:solidFill>
                <a:latin typeface="Arial"/>
                <a:ea typeface="Arial"/>
                <a:cs typeface="Arial"/>
              </a:defRPr>
            </a:lvl4pPr>
            <a:lvl5pPr algn="l">
              <a:defRPr sz="1050" b="1">
                <a:solidFill>
                  <a:srgbClr val="A95D42"/>
                </a:solidFill>
                <a:latin typeface="Arial"/>
                <a:ea typeface="Arial"/>
                <a:cs typeface="Arial"/>
              </a:defRPr>
            </a:lvl5pPr>
            <a:lvl6pPr algn="l">
              <a:defRPr sz="1050" b="1">
                <a:solidFill>
                  <a:srgbClr val="A95D42"/>
                </a:solidFill>
                <a:latin typeface="Arial"/>
                <a:ea typeface="Arial"/>
                <a:cs typeface="Arial"/>
              </a:defRPr>
            </a:lvl6pPr>
            <a:lvl7pPr algn="l">
              <a:defRPr sz="1050" b="1">
                <a:solidFill>
                  <a:srgbClr val="A95D42"/>
                </a:solidFill>
                <a:latin typeface="Arial"/>
                <a:ea typeface="Arial"/>
                <a:cs typeface="Arial"/>
              </a:defRPr>
            </a:lvl7pPr>
            <a:lvl8pPr algn="l">
              <a:defRPr sz="1050" b="1">
                <a:solidFill>
                  <a:srgbClr val="A95D42"/>
                </a:solidFill>
                <a:latin typeface="Arial"/>
                <a:ea typeface="Arial"/>
                <a:cs typeface="Arial"/>
              </a:defRPr>
            </a:lvl8pPr>
            <a:lvl9pPr algn="l">
              <a:defRPr sz="1050" b="1">
                <a:solidFill>
                  <a:srgbClr val="A95D42"/>
                </a:solidFill>
                <a:latin typeface="Arial"/>
                <a:ea typeface="Arial"/>
                <a:cs typeface="Arial"/>
              </a:defRPr>
            </a:lvl9pPr>
          </a:lstStyle>
          <a:p xmlns:a="http://schemas.openxmlformats.org/drawingml/2006/main">
            <a:pPr algn="l">
              <a:defRPr sz="1050" b="1">
                <a:solidFill>
                  <a:srgbClr val="A95D42"/>
                </a:solidFill>
                <a:latin typeface="Arial"/>
                <a:ea typeface="Arial"/>
                <a:cs typeface="Arial"/>
              </a:defRPr>
            </a:pPr>
            <a:r>
              <a:rPr sz="1050" b="1">
                <a:solidFill>
                  <a:srgbClr val="A95D42"/>
                </a:solidFill>
                <a:latin typeface="Arial"/>
                <a:ea typeface="Arial"/>
                <a:cs typeface="Arial"/>
              </a:rPr>
              <a:t>GIẢ THUYẾT  •  CHƯA CÓ KHẢO SÁT KHÁCH HÀNG</a:t>
            </a:r>
          </a:p>
        </p:txBody>
      </p:sp>
    </p:spTree>
    <p:extLst>
      <p:ext uri="{BB962C8B-B14F-4D97-AF65-F5344CB8AC3E}">
        <p14:creationId xmlns:p14="http://schemas.microsoft.com/office/powerpoint/2010/main" val="502110115"/>
      </p:ext>
    </p:extLst>
  </p:cSld>
</p:sld>
</file>

<file path=ppt/slides/slide3.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0" name="slide-3-title">
            <a:extLst xmlns:a="http://schemas.openxmlformats.org/drawingml/2006/main">
              <a:ext uri="{FF2B5EF4-FFF2-40B4-BE49-F238E27FC236}">
                <a16:creationId xmlns:a16="http://schemas.microsoft.com/office/drawing/2014/main" id="{B1BD08CB-411B-48D4-B049-8FF302906DBC}"/>
              </a:ext>
            </a:extLst>
          </p:cNvPr>
          <p:cNvSpPr>
            <a:spLocks xmlns:a="http://schemas.openxmlformats.org/drawingml/2006/main" noGrp="1"/>
          </p:cNvSpPr>
          <p:nvPr/>
        </p:nvSpPr>
        <p:spPr>
          <a:xfrm xmlns:a="http://schemas.openxmlformats.org/drawingml/2006/main">
            <a:off x="685800" y="514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225" b="1">
                <a:solidFill>
                  <a:srgbClr val="17352B"/>
                </a:solidFill>
                <a:latin typeface="Arial"/>
                <a:ea typeface="Arial"/>
                <a:cs typeface="Arial"/>
              </a:defRPr>
            </a:defPPr>
            <a:lvl1pPr algn="l">
              <a:defRPr sz="3225" b="1">
                <a:solidFill>
                  <a:srgbClr val="17352B"/>
                </a:solidFill>
                <a:latin typeface="Arial"/>
                <a:ea typeface="Arial"/>
                <a:cs typeface="Arial"/>
              </a:defRPr>
            </a:lvl1pPr>
            <a:lvl2pPr algn="l">
              <a:defRPr sz="3225" b="1">
                <a:solidFill>
                  <a:srgbClr val="17352B"/>
                </a:solidFill>
                <a:latin typeface="Arial"/>
                <a:ea typeface="Arial"/>
                <a:cs typeface="Arial"/>
              </a:defRPr>
            </a:lvl2pPr>
            <a:lvl3pPr algn="l">
              <a:defRPr sz="3225" b="1">
                <a:solidFill>
                  <a:srgbClr val="17352B"/>
                </a:solidFill>
                <a:latin typeface="Arial"/>
                <a:ea typeface="Arial"/>
                <a:cs typeface="Arial"/>
              </a:defRPr>
            </a:lvl3pPr>
            <a:lvl4pPr algn="l">
              <a:defRPr sz="3225" b="1">
                <a:solidFill>
                  <a:srgbClr val="17352B"/>
                </a:solidFill>
                <a:latin typeface="Arial"/>
                <a:ea typeface="Arial"/>
                <a:cs typeface="Arial"/>
              </a:defRPr>
            </a:lvl4pPr>
            <a:lvl5pPr algn="l">
              <a:defRPr sz="3225" b="1">
                <a:solidFill>
                  <a:srgbClr val="17352B"/>
                </a:solidFill>
                <a:latin typeface="Arial"/>
                <a:ea typeface="Arial"/>
                <a:cs typeface="Arial"/>
              </a:defRPr>
            </a:lvl5pPr>
            <a:lvl6pPr algn="l">
              <a:defRPr sz="3225" b="1">
                <a:solidFill>
                  <a:srgbClr val="17352B"/>
                </a:solidFill>
                <a:latin typeface="Arial"/>
                <a:ea typeface="Arial"/>
                <a:cs typeface="Arial"/>
              </a:defRPr>
            </a:lvl6pPr>
            <a:lvl7pPr algn="l">
              <a:defRPr sz="3225" b="1">
                <a:solidFill>
                  <a:srgbClr val="17352B"/>
                </a:solidFill>
                <a:latin typeface="Arial"/>
                <a:ea typeface="Arial"/>
                <a:cs typeface="Arial"/>
              </a:defRPr>
            </a:lvl7pPr>
            <a:lvl8pPr algn="l">
              <a:defRPr sz="3225" b="1">
                <a:solidFill>
                  <a:srgbClr val="17352B"/>
                </a:solidFill>
                <a:latin typeface="Arial"/>
                <a:ea typeface="Arial"/>
                <a:cs typeface="Arial"/>
              </a:defRPr>
            </a:lvl8pPr>
            <a:lvl9pPr algn="l">
              <a:defRPr sz="3225" b="1">
                <a:solidFill>
                  <a:srgbClr val="17352B"/>
                </a:solidFill>
                <a:latin typeface="Arial"/>
                <a:ea typeface="Arial"/>
                <a:cs typeface="Arial"/>
              </a:defRPr>
            </a:lvl9pPr>
          </a:lstStyle>
          <a:p xmlns:a="http://schemas.openxmlformats.org/drawingml/2006/main">
            <a:pPr algn="l">
              <a:defRPr sz="3225" b="1">
                <a:solidFill>
                  <a:srgbClr val="17352B"/>
                </a:solidFill>
                <a:latin typeface="Arial"/>
                <a:ea typeface="Arial"/>
                <a:cs typeface="Arial"/>
              </a:defRPr>
            </a:pPr>
            <a:r>
              <a:rPr sz="3225" b="1">
                <a:solidFill>
                  <a:srgbClr val="17352B"/>
                </a:solidFill>
                <a:latin typeface="Arial"/>
                <a:ea typeface="Arial"/>
                <a:cs typeface="Arial"/>
              </a:rPr>
              <a:t>Một vòng vận hành trong Slink</a:t>
            </a:r>
          </a:p>
        </p:txBody>
      </p:sp>
      <p:sp>
        <p:nvSpPr>
          <p:cNvPr id="2" name="">
            <a:extLst xmlns:a="http://schemas.openxmlformats.org/drawingml/2006/main">
              <a:ext uri="{FF2B5EF4-FFF2-40B4-BE49-F238E27FC236}">
                <a16:creationId xmlns:a16="http://schemas.microsoft.com/office/drawing/2014/main" id="{0BB41737-C3C5-4D32-BE19-4E406B2A2AB6}"/>
              </a:ext>
            </a:extLst>
          </p:cNvPr>
          <p:cNvSpPr>
            <a:spLocks xmlns:a="http://schemas.openxmlformats.org/drawingml/2006/main" noGrp="1"/>
          </p:cNvSpPr>
          <p:nvPr/>
        </p:nvSpPr>
        <p:spPr>
          <a:xfrm xmlns:a="http://schemas.openxmlformats.org/drawingml/2006/main">
            <a:off x="704850" y="1200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Từ nhập dữ liệu đến giao dịch, thay đổi tồn kho và lịch sử có thể tra cứu lại.</a:t>
            </a:r>
          </a:p>
        </p:txBody>
      </p:sp>
      <p:sp>
        <p:nvSpPr>
          <p:cNvPr id="3" name="">
            <a:extLst xmlns:a="http://schemas.openxmlformats.org/drawingml/2006/main">
              <a:ext uri="{FF2B5EF4-FFF2-40B4-BE49-F238E27FC236}">
                <a16:creationId xmlns:a16="http://schemas.microsoft.com/office/drawing/2014/main" id="{3995C407-02F5-410B-B5EF-6DD93460A3DB}"/>
              </a:ext>
            </a:extLst>
          </p:cNvPr>
          <p:cNvSpPr>
            <a:spLocks xmlns:a="http://schemas.openxmlformats.org/drawingml/2006/main" noGrp="1"/>
          </p:cNvSpPr>
          <p:nvPr/>
        </p:nvSpPr>
        <p:spPr>
          <a:xfrm xmlns:a="http://schemas.openxmlformats.org/drawingml/2006/main">
            <a:off x="685800" y="1781175"/>
            <a:ext cx="5334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D9DB17-40BD-4379-A158-C5DA93667007}"/>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63736B"/>
                </a:solidFill>
                <a:latin typeface="Arial"/>
                <a:ea typeface="Arial"/>
                <a:cs typeface="Arial"/>
              </a:defRPr>
            </a:defPPr>
            <a:lvl1pPr algn="l">
              <a:defRPr sz="975" b="1">
                <a:solidFill>
                  <a:srgbClr val="63736B"/>
                </a:solidFill>
                <a:latin typeface="Arial"/>
                <a:ea typeface="Arial"/>
                <a:cs typeface="Arial"/>
              </a:defRPr>
            </a:lvl1pPr>
            <a:lvl2pPr algn="l">
              <a:defRPr sz="975" b="1">
                <a:solidFill>
                  <a:srgbClr val="63736B"/>
                </a:solidFill>
                <a:latin typeface="Arial"/>
                <a:ea typeface="Arial"/>
                <a:cs typeface="Arial"/>
              </a:defRPr>
            </a:lvl2pPr>
            <a:lvl3pPr algn="l">
              <a:defRPr sz="975" b="1">
                <a:solidFill>
                  <a:srgbClr val="63736B"/>
                </a:solidFill>
                <a:latin typeface="Arial"/>
                <a:ea typeface="Arial"/>
                <a:cs typeface="Arial"/>
              </a:defRPr>
            </a:lvl3pPr>
            <a:lvl4pPr algn="l">
              <a:defRPr sz="975" b="1">
                <a:solidFill>
                  <a:srgbClr val="63736B"/>
                </a:solidFill>
                <a:latin typeface="Arial"/>
                <a:ea typeface="Arial"/>
                <a:cs typeface="Arial"/>
              </a:defRPr>
            </a:lvl4pPr>
            <a:lvl5pPr algn="l">
              <a:defRPr sz="975" b="1">
                <a:solidFill>
                  <a:srgbClr val="63736B"/>
                </a:solidFill>
                <a:latin typeface="Arial"/>
                <a:ea typeface="Arial"/>
                <a:cs typeface="Arial"/>
              </a:defRPr>
            </a:lvl5pPr>
            <a:lvl6pPr algn="l">
              <a:defRPr sz="975" b="1">
                <a:solidFill>
                  <a:srgbClr val="63736B"/>
                </a:solidFill>
                <a:latin typeface="Arial"/>
                <a:ea typeface="Arial"/>
                <a:cs typeface="Arial"/>
              </a:defRPr>
            </a:lvl6pPr>
            <a:lvl7pPr algn="l">
              <a:defRPr sz="975" b="1">
                <a:solidFill>
                  <a:srgbClr val="63736B"/>
                </a:solidFill>
                <a:latin typeface="Arial"/>
                <a:ea typeface="Arial"/>
                <a:cs typeface="Arial"/>
              </a:defRPr>
            </a:lvl7pPr>
            <a:lvl8pPr algn="l">
              <a:defRPr sz="975" b="1">
                <a:solidFill>
                  <a:srgbClr val="63736B"/>
                </a:solidFill>
                <a:latin typeface="Arial"/>
                <a:ea typeface="Arial"/>
                <a:cs typeface="Arial"/>
              </a:defRPr>
            </a:lvl8pPr>
            <a:lvl9pPr algn="l">
              <a:defRPr sz="975" b="1">
                <a:solidFill>
                  <a:srgbClr val="63736B"/>
                </a:solidFill>
                <a:latin typeface="Arial"/>
                <a:ea typeface="Arial"/>
                <a:cs typeface="Arial"/>
              </a:defRPr>
            </a:lvl9pPr>
          </a:lstStyle>
          <a:p xmlns:a="http://schemas.openxmlformats.org/drawingml/2006/main">
            <a:pPr algn="l">
              <a:defRPr sz="975" b="1">
                <a:solidFill>
                  <a:srgbClr val="63736B"/>
                </a:solidFill>
                <a:latin typeface="Arial"/>
                <a:ea typeface="Arial"/>
                <a:cs typeface="Arial"/>
              </a:defRPr>
            </a:pPr>
            <a:r>
              <a:rPr sz="975" b="1">
                <a:solidFill>
                  <a:srgbClr val="63736B"/>
                </a:solidFill>
                <a:latin typeface="Arial"/>
                <a:ea typeface="Arial"/>
                <a:cs typeface="Arial"/>
              </a:rPr>
              <a:t>SLINK  /  HỒ SƠ GIỚI THIỆU SẢN PHẨM</a:t>
            </a:r>
          </a:p>
        </p:txBody>
      </p:sp>
      <p:sp>
        <p:nvSpPr>
          <p:cNvPr id="5" name="">
            <a:extLst xmlns:a="http://schemas.openxmlformats.org/drawingml/2006/main">
              <a:ext uri="{FF2B5EF4-FFF2-40B4-BE49-F238E27FC236}">
                <a16:creationId xmlns:a16="http://schemas.microsoft.com/office/drawing/2014/main" id="{0D0586E0-6912-4436-AC24-C2E6308D2403}"/>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63736B"/>
                </a:solidFill>
                <a:latin typeface="Arial"/>
                <a:ea typeface="Arial"/>
                <a:cs typeface="Arial"/>
              </a:defRPr>
            </a:defPPr>
            <a:lvl1pPr algn="r">
              <a:defRPr sz="975" b="1">
                <a:solidFill>
                  <a:srgbClr val="63736B"/>
                </a:solidFill>
                <a:latin typeface="Arial"/>
                <a:ea typeface="Arial"/>
                <a:cs typeface="Arial"/>
              </a:defRPr>
            </a:lvl1pPr>
            <a:lvl2pPr algn="r">
              <a:defRPr sz="975" b="1">
                <a:solidFill>
                  <a:srgbClr val="63736B"/>
                </a:solidFill>
                <a:latin typeface="Arial"/>
                <a:ea typeface="Arial"/>
                <a:cs typeface="Arial"/>
              </a:defRPr>
            </a:lvl2pPr>
            <a:lvl3pPr algn="r">
              <a:defRPr sz="975" b="1">
                <a:solidFill>
                  <a:srgbClr val="63736B"/>
                </a:solidFill>
                <a:latin typeface="Arial"/>
                <a:ea typeface="Arial"/>
                <a:cs typeface="Arial"/>
              </a:defRPr>
            </a:lvl3pPr>
            <a:lvl4pPr algn="r">
              <a:defRPr sz="975" b="1">
                <a:solidFill>
                  <a:srgbClr val="63736B"/>
                </a:solidFill>
                <a:latin typeface="Arial"/>
                <a:ea typeface="Arial"/>
                <a:cs typeface="Arial"/>
              </a:defRPr>
            </a:lvl4pPr>
            <a:lvl5pPr algn="r">
              <a:defRPr sz="975" b="1">
                <a:solidFill>
                  <a:srgbClr val="63736B"/>
                </a:solidFill>
                <a:latin typeface="Arial"/>
                <a:ea typeface="Arial"/>
                <a:cs typeface="Arial"/>
              </a:defRPr>
            </a:lvl5pPr>
            <a:lvl6pPr algn="r">
              <a:defRPr sz="975" b="1">
                <a:solidFill>
                  <a:srgbClr val="63736B"/>
                </a:solidFill>
                <a:latin typeface="Arial"/>
                <a:ea typeface="Arial"/>
                <a:cs typeface="Arial"/>
              </a:defRPr>
            </a:lvl6pPr>
            <a:lvl7pPr algn="r">
              <a:defRPr sz="975" b="1">
                <a:solidFill>
                  <a:srgbClr val="63736B"/>
                </a:solidFill>
                <a:latin typeface="Arial"/>
                <a:ea typeface="Arial"/>
                <a:cs typeface="Arial"/>
              </a:defRPr>
            </a:lvl7pPr>
            <a:lvl8pPr algn="r">
              <a:defRPr sz="975" b="1">
                <a:solidFill>
                  <a:srgbClr val="63736B"/>
                </a:solidFill>
                <a:latin typeface="Arial"/>
                <a:ea typeface="Arial"/>
                <a:cs typeface="Arial"/>
              </a:defRPr>
            </a:lvl8pPr>
            <a:lvl9pPr algn="r">
              <a:defRPr sz="975" b="1">
                <a:solidFill>
                  <a:srgbClr val="63736B"/>
                </a:solidFill>
                <a:latin typeface="Arial"/>
                <a:ea typeface="Arial"/>
                <a:cs typeface="Arial"/>
              </a:defRPr>
            </a:lvl9pPr>
          </a:lstStyle>
          <a:p xmlns:a="http://schemas.openxmlformats.org/drawingml/2006/main">
            <a:pPr algn="r">
              <a:defRPr sz="975" b="1">
                <a:solidFill>
                  <a:srgbClr val="63736B"/>
                </a:solidFill>
                <a:latin typeface="Arial"/>
                <a:ea typeface="Arial"/>
                <a:cs typeface="Arial"/>
              </a:defRPr>
            </a:pPr>
            <a:r>
              <a:rPr sz="975" b="1">
                <a:solidFill>
                  <a:srgbClr val="63736B"/>
                </a:solidFill>
                <a:latin typeface="Arial"/>
                <a:ea typeface="Arial"/>
                <a:cs typeface="Arial"/>
              </a:rPr>
              <a:t>03</a:t>
            </a:r>
          </a:p>
        </p:txBody>
      </p:sp>
      <p:sp>
        <p:nvSpPr>
          <p:cNvPr id="6" name="loop-step-01">
            <a:extLst xmlns:a="http://schemas.openxmlformats.org/drawingml/2006/main">
              <a:ext uri="{FF2B5EF4-FFF2-40B4-BE49-F238E27FC236}">
                <a16:creationId xmlns:a16="http://schemas.microsoft.com/office/drawing/2014/main" id="{37C7C1F1-B2D7-4CC2-AD3F-FF72650D9C1D}"/>
              </a:ext>
            </a:extLst>
          </p:cNvPr>
          <p:cNvSpPr>
            <a:spLocks xmlns:a="http://schemas.openxmlformats.org/drawingml/2006/main" noGrp="1"/>
          </p:cNvSpPr>
          <p:nvPr/>
        </p:nvSpPr>
        <p:spPr>
          <a:xfrm xmlns:a="http://schemas.openxmlformats.org/drawingml/2006/main">
            <a:off x="781050" y="2724150"/>
            <a:ext cx="590550" cy="590550"/>
          </a:xfrm>
          <a:prstGeom xmlns:a="http://schemas.openxmlformats.org/drawingml/2006/main" prst="roundRect">
            <a:avLst>
              <a:gd name="adj" fmla="val 50000"/>
            </a:avLst>
          </a:prstGeom>
          <a:solidFill xmlns:a="http://schemas.openxmlformats.org/drawingml/2006/main">
            <a:srgbClr val="123F3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0663A94-7B30-4F65-851B-2878864242FC}"/>
              </a:ext>
            </a:extLst>
          </p:cNvPr>
          <p:cNvSpPr>
            <a:spLocks xmlns:a="http://schemas.openxmlformats.org/drawingml/2006/main" noGrp="1"/>
          </p:cNvSpPr>
          <p:nvPr/>
        </p:nvSpPr>
        <p:spPr>
          <a:xfrm xmlns:a="http://schemas.openxmlformats.org/drawingml/2006/main">
            <a:off x="781050" y="285750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FFFFFF"/>
                </a:solidFill>
                <a:latin typeface="Arial"/>
                <a:ea typeface="Arial"/>
                <a:cs typeface="Arial"/>
              </a:defRPr>
            </a:defPPr>
            <a:lvl1pPr algn="ctr">
              <a:defRPr sz="1575" b="1">
                <a:solidFill>
                  <a:srgbClr val="FFFFFF"/>
                </a:solidFill>
                <a:latin typeface="Arial"/>
                <a:ea typeface="Arial"/>
                <a:cs typeface="Arial"/>
              </a:defRPr>
            </a:lvl1pPr>
            <a:lvl2pPr algn="ctr">
              <a:defRPr sz="1575" b="1">
                <a:solidFill>
                  <a:srgbClr val="FFFFFF"/>
                </a:solidFill>
                <a:latin typeface="Arial"/>
                <a:ea typeface="Arial"/>
                <a:cs typeface="Arial"/>
              </a:defRPr>
            </a:lvl2pPr>
            <a:lvl3pPr algn="ctr">
              <a:defRPr sz="1575" b="1">
                <a:solidFill>
                  <a:srgbClr val="FFFFFF"/>
                </a:solidFill>
                <a:latin typeface="Arial"/>
                <a:ea typeface="Arial"/>
                <a:cs typeface="Arial"/>
              </a:defRPr>
            </a:lvl3pPr>
            <a:lvl4pPr algn="ctr">
              <a:defRPr sz="1575" b="1">
                <a:solidFill>
                  <a:srgbClr val="FFFFFF"/>
                </a:solidFill>
                <a:latin typeface="Arial"/>
                <a:ea typeface="Arial"/>
                <a:cs typeface="Arial"/>
              </a:defRPr>
            </a:lvl4pPr>
            <a:lvl5pPr algn="ctr">
              <a:defRPr sz="1575" b="1">
                <a:solidFill>
                  <a:srgbClr val="FFFFFF"/>
                </a:solidFill>
                <a:latin typeface="Arial"/>
                <a:ea typeface="Arial"/>
                <a:cs typeface="Arial"/>
              </a:defRPr>
            </a:lvl5pPr>
            <a:lvl6pPr algn="ctr">
              <a:defRPr sz="1575" b="1">
                <a:solidFill>
                  <a:srgbClr val="FFFFFF"/>
                </a:solidFill>
                <a:latin typeface="Arial"/>
                <a:ea typeface="Arial"/>
                <a:cs typeface="Arial"/>
              </a:defRPr>
            </a:lvl6pPr>
            <a:lvl7pPr algn="ctr">
              <a:defRPr sz="1575" b="1">
                <a:solidFill>
                  <a:srgbClr val="FFFFFF"/>
                </a:solidFill>
                <a:latin typeface="Arial"/>
                <a:ea typeface="Arial"/>
                <a:cs typeface="Arial"/>
              </a:defRPr>
            </a:lvl7pPr>
            <a:lvl8pPr algn="ctr">
              <a:defRPr sz="1575" b="1">
                <a:solidFill>
                  <a:srgbClr val="FFFFFF"/>
                </a:solidFill>
                <a:latin typeface="Arial"/>
                <a:ea typeface="Arial"/>
                <a:cs typeface="Arial"/>
              </a:defRPr>
            </a:lvl8pPr>
            <a:lvl9pPr algn="ctr">
              <a:defRPr sz="1575" b="1">
                <a:solidFill>
                  <a:srgbClr val="FFFFFF"/>
                </a:solidFill>
                <a:latin typeface="Arial"/>
                <a:ea typeface="Arial"/>
                <a:cs typeface="Arial"/>
              </a:defRPr>
            </a:lvl9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815EAC11-938F-4D21-9799-C7D1BEA48E47}"/>
              </a:ext>
            </a:extLst>
          </p:cNvPr>
          <p:cNvSpPr>
            <a:spLocks xmlns:a="http://schemas.openxmlformats.org/drawingml/2006/main" noGrp="1"/>
          </p:cNvSpPr>
          <p:nvPr/>
        </p:nvSpPr>
        <p:spPr>
          <a:xfrm xmlns:a="http://schemas.openxmlformats.org/drawingml/2006/main">
            <a:off x="781050" y="3638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352B"/>
                </a:solidFill>
                <a:latin typeface="Arial"/>
                <a:ea typeface="Arial"/>
                <a:cs typeface="Arial"/>
              </a:defRPr>
            </a:defPPr>
            <a:lvl1pPr algn="l">
              <a:defRPr sz="2175" b="1">
                <a:solidFill>
                  <a:srgbClr val="17352B"/>
                </a:solidFill>
                <a:latin typeface="Arial"/>
                <a:ea typeface="Arial"/>
                <a:cs typeface="Arial"/>
              </a:defRPr>
            </a:lvl1pPr>
            <a:lvl2pPr algn="l">
              <a:defRPr sz="2175" b="1">
                <a:solidFill>
                  <a:srgbClr val="17352B"/>
                </a:solidFill>
                <a:latin typeface="Arial"/>
                <a:ea typeface="Arial"/>
                <a:cs typeface="Arial"/>
              </a:defRPr>
            </a:lvl2pPr>
            <a:lvl3pPr algn="l">
              <a:defRPr sz="2175" b="1">
                <a:solidFill>
                  <a:srgbClr val="17352B"/>
                </a:solidFill>
                <a:latin typeface="Arial"/>
                <a:ea typeface="Arial"/>
                <a:cs typeface="Arial"/>
              </a:defRPr>
            </a:lvl3pPr>
            <a:lvl4pPr algn="l">
              <a:defRPr sz="2175" b="1">
                <a:solidFill>
                  <a:srgbClr val="17352B"/>
                </a:solidFill>
                <a:latin typeface="Arial"/>
                <a:ea typeface="Arial"/>
                <a:cs typeface="Arial"/>
              </a:defRPr>
            </a:lvl4pPr>
            <a:lvl5pPr algn="l">
              <a:defRPr sz="2175" b="1">
                <a:solidFill>
                  <a:srgbClr val="17352B"/>
                </a:solidFill>
                <a:latin typeface="Arial"/>
                <a:ea typeface="Arial"/>
                <a:cs typeface="Arial"/>
              </a:defRPr>
            </a:lvl5pPr>
            <a:lvl6pPr algn="l">
              <a:defRPr sz="2175" b="1">
                <a:solidFill>
                  <a:srgbClr val="17352B"/>
                </a:solidFill>
                <a:latin typeface="Arial"/>
                <a:ea typeface="Arial"/>
                <a:cs typeface="Arial"/>
              </a:defRPr>
            </a:lvl6pPr>
            <a:lvl7pPr algn="l">
              <a:defRPr sz="2175" b="1">
                <a:solidFill>
                  <a:srgbClr val="17352B"/>
                </a:solidFill>
                <a:latin typeface="Arial"/>
                <a:ea typeface="Arial"/>
                <a:cs typeface="Arial"/>
              </a:defRPr>
            </a:lvl7pPr>
            <a:lvl8pPr algn="l">
              <a:defRPr sz="2175" b="1">
                <a:solidFill>
                  <a:srgbClr val="17352B"/>
                </a:solidFill>
                <a:latin typeface="Arial"/>
                <a:ea typeface="Arial"/>
                <a:cs typeface="Arial"/>
              </a:defRPr>
            </a:lvl8pPr>
            <a:lvl9pPr algn="l">
              <a:defRPr sz="2175" b="1">
                <a:solidFill>
                  <a:srgbClr val="17352B"/>
                </a:solidFill>
                <a:latin typeface="Arial"/>
                <a:ea typeface="Arial"/>
                <a:cs typeface="Arial"/>
              </a:defRPr>
            </a:lvl9pPr>
          </a:lstStyle>
          <a:p xmlns:a="http://schemas.openxmlformats.org/drawingml/2006/main">
            <a:pPr algn="l">
              <a:defRPr sz="2175" b="1">
                <a:solidFill>
                  <a:srgbClr val="17352B"/>
                </a:solidFill>
                <a:latin typeface="Arial"/>
                <a:ea typeface="Arial"/>
                <a:cs typeface="Arial"/>
              </a:defRPr>
            </a:pPr>
            <a:r>
              <a:rPr sz="2175" b="1">
                <a:solidFill>
                  <a:srgbClr val="17352B"/>
                </a:solidFill>
                <a:latin typeface="Arial"/>
                <a:ea typeface="Arial"/>
                <a:cs typeface="Arial"/>
              </a:rPr>
              <a:t>Danh mục</a:t>
            </a:r>
          </a:p>
        </p:txBody>
      </p:sp>
      <p:sp>
        <p:nvSpPr>
          <p:cNvPr id="9" name="">
            <a:extLst xmlns:a="http://schemas.openxmlformats.org/drawingml/2006/main">
              <a:ext uri="{FF2B5EF4-FFF2-40B4-BE49-F238E27FC236}">
                <a16:creationId xmlns:a16="http://schemas.microsoft.com/office/drawing/2014/main" id="{3751FEC6-D67A-4B43-AB06-164919CF7D72}"/>
              </a:ext>
            </a:extLst>
          </p:cNvPr>
          <p:cNvSpPr>
            <a:spLocks xmlns:a="http://schemas.openxmlformats.org/drawingml/2006/main" noGrp="1"/>
          </p:cNvSpPr>
          <p:nvPr/>
        </p:nvSpPr>
        <p:spPr>
          <a:xfrm xmlns:a="http://schemas.openxmlformats.org/drawingml/2006/main">
            <a:off x="781050" y="41243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Sản phẩm, giá vốn, kho</a:t>
            </a:r>
          </a:p>
        </p:txBody>
      </p:sp>
      <p:sp>
        <p:nvSpPr>
          <p:cNvPr id="10" name="">
            <a:extLst xmlns:a="http://schemas.openxmlformats.org/drawingml/2006/main">
              <a:ext uri="{FF2B5EF4-FFF2-40B4-BE49-F238E27FC236}">
                <a16:creationId xmlns:a16="http://schemas.microsoft.com/office/drawing/2014/main" id="{D7866B5A-917C-4549-9271-AABBA018EC2C}"/>
              </a:ext>
            </a:extLst>
          </p:cNvPr>
          <p:cNvSpPr>
            <a:spLocks xmlns:a="http://schemas.openxmlformats.org/drawingml/2006/main" noGrp="1"/>
          </p:cNvSpPr>
          <p:nvPr/>
        </p:nvSpPr>
        <p:spPr>
          <a:xfrm xmlns:a="http://schemas.openxmlformats.org/drawingml/2006/main">
            <a:off x="1485900" y="3000375"/>
            <a:ext cx="1943100" cy="2857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82CBC2C-344C-4AB1-A729-22CDF1DEA506}"/>
              </a:ext>
            </a:extLst>
          </p:cNvPr>
          <p:cNvSpPr>
            <a:spLocks xmlns:a="http://schemas.openxmlformats.org/drawingml/2006/main" noGrp="1"/>
          </p:cNvSpPr>
          <p:nvPr/>
        </p:nvSpPr>
        <p:spPr>
          <a:xfrm xmlns:a="http://schemas.openxmlformats.org/drawingml/2006/main">
            <a:off x="3190875" y="2809875"/>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2400" b="1">
                <a:solidFill>
                  <a:srgbClr val="275B4D"/>
                </a:solidFill>
                <a:latin typeface="Arial"/>
                <a:ea typeface="Arial"/>
                <a:cs typeface="Arial"/>
              </a:defRPr>
            </a:defPPr>
            <a:lvl1pPr algn="ctr">
              <a:defRPr sz="2400" b="1">
                <a:solidFill>
                  <a:srgbClr val="275B4D"/>
                </a:solidFill>
                <a:latin typeface="Arial"/>
                <a:ea typeface="Arial"/>
                <a:cs typeface="Arial"/>
              </a:defRPr>
            </a:lvl1pPr>
            <a:lvl2pPr algn="ctr">
              <a:defRPr sz="2400" b="1">
                <a:solidFill>
                  <a:srgbClr val="275B4D"/>
                </a:solidFill>
                <a:latin typeface="Arial"/>
                <a:ea typeface="Arial"/>
                <a:cs typeface="Arial"/>
              </a:defRPr>
            </a:lvl2pPr>
            <a:lvl3pPr algn="ctr">
              <a:defRPr sz="2400" b="1">
                <a:solidFill>
                  <a:srgbClr val="275B4D"/>
                </a:solidFill>
                <a:latin typeface="Arial"/>
                <a:ea typeface="Arial"/>
                <a:cs typeface="Arial"/>
              </a:defRPr>
            </a:lvl3pPr>
            <a:lvl4pPr algn="ctr">
              <a:defRPr sz="2400" b="1">
                <a:solidFill>
                  <a:srgbClr val="275B4D"/>
                </a:solidFill>
                <a:latin typeface="Arial"/>
                <a:ea typeface="Arial"/>
                <a:cs typeface="Arial"/>
              </a:defRPr>
            </a:lvl4pPr>
            <a:lvl5pPr algn="ctr">
              <a:defRPr sz="2400" b="1">
                <a:solidFill>
                  <a:srgbClr val="275B4D"/>
                </a:solidFill>
                <a:latin typeface="Arial"/>
                <a:ea typeface="Arial"/>
                <a:cs typeface="Arial"/>
              </a:defRPr>
            </a:lvl5pPr>
            <a:lvl6pPr algn="ctr">
              <a:defRPr sz="2400" b="1">
                <a:solidFill>
                  <a:srgbClr val="275B4D"/>
                </a:solidFill>
                <a:latin typeface="Arial"/>
                <a:ea typeface="Arial"/>
                <a:cs typeface="Arial"/>
              </a:defRPr>
            </a:lvl6pPr>
            <a:lvl7pPr algn="ctr">
              <a:defRPr sz="2400" b="1">
                <a:solidFill>
                  <a:srgbClr val="275B4D"/>
                </a:solidFill>
                <a:latin typeface="Arial"/>
                <a:ea typeface="Arial"/>
                <a:cs typeface="Arial"/>
              </a:defRPr>
            </a:lvl7pPr>
            <a:lvl8pPr algn="ctr">
              <a:defRPr sz="2400" b="1">
                <a:solidFill>
                  <a:srgbClr val="275B4D"/>
                </a:solidFill>
                <a:latin typeface="Arial"/>
                <a:ea typeface="Arial"/>
                <a:cs typeface="Arial"/>
              </a:defRPr>
            </a:lvl8pPr>
            <a:lvl9pPr algn="ctr">
              <a:defRPr sz="2400" b="1">
                <a:solidFill>
                  <a:srgbClr val="275B4D"/>
                </a:solidFill>
                <a:latin typeface="Arial"/>
                <a:ea typeface="Arial"/>
                <a:cs typeface="Arial"/>
              </a:defRPr>
            </a:lvl9pPr>
          </a:lstStyle>
          <a:p xmlns:a="http://schemas.openxmlformats.org/drawingml/2006/main">
            <a:pPr algn="ctr">
              <a:defRPr sz="2400" b="1">
                <a:solidFill>
                  <a:srgbClr val="275B4D"/>
                </a:solidFill>
                <a:latin typeface="Arial"/>
                <a:ea typeface="Arial"/>
                <a:cs typeface="Arial"/>
              </a:defRPr>
            </a:pPr>
            <a:r>
              <a:rPr sz="2400" b="1">
                <a:solidFill>
                  <a:srgbClr val="275B4D"/>
                </a:solidFill>
                <a:latin typeface="Arial"/>
                <a:ea typeface="Arial"/>
                <a:cs typeface="Arial"/>
              </a:rPr>
              <a:t>›</a:t>
            </a:r>
          </a:p>
        </p:txBody>
      </p:sp>
      <p:sp>
        <p:nvSpPr>
          <p:cNvPr id="12" name="loop-step-02">
            <a:extLst xmlns:a="http://schemas.openxmlformats.org/drawingml/2006/main">
              <a:ext uri="{FF2B5EF4-FFF2-40B4-BE49-F238E27FC236}">
                <a16:creationId xmlns:a16="http://schemas.microsoft.com/office/drawing/2014/main" id="{0E279815-315E-4A27-85B2-A757F6E822AE}"/>
              </a:ext>
            </a:extLst>
          </p:cNvPr>
          <p:cNvSpPr>
            <a:spLocks xmlns:a="http://schemas.openxmlformats.org/drawingml/2006/main" noGrp="1"/>
          </p:cNvSpPr>
          <p:nvPr/>
        </p:nvSpPr>
        <p:spPr>
          <a:xfrm xmlns:a="http://schemas.openxmlformats.org/drawingml/2006/main">
            <a:off x="3562350" y="2724150"/>
            <a:ext cx="590550" cy="590550"/>
          </a:xfrm>
          <a:prstGeom xmlns:a="http://schemas.openxmlformats.org/drawingml/2006/main" prst="roundRect">
            <a:avLst>
              <a:gd name="adj" fmla="val 50000"/>
            </a:avLst>
          </a:prstGeom>
          <a:solidFill xmlns:a="http://schemas.openxmlformats.org/drawingml/2006/main">
            <a:srgbClr val="C8F36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B3FBA6A-1B8B-4F19-9B8E-634F077A5FC2}"/>
              </a:ext>
            </a:extLst>
          </p:cNvPr>
          <p:cNvSpPr>
            <a:spLocks xmlns:a="http://schemas.openxmlformats.org/drawingml/2006/main" noGrp="1"/>
          </p:cNvSpPr>
          <p:nvPr/>
        </p:nvSpPr>
        <p:spPr>
          <a:xfrm xmlns:a="http://schemas.openxmlformats.org/drawingml/2006/main">
            <a:off x="3562350" y="285750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123F35"/>
                </a:solidFill>
                <a:latin typeface="Arial"/>
                <a:ea typeface="Arial"/>
                <a:cs typeface="Arial"/>
              </a:defRPr>
            </a:defPPr>
            <a:lvl1pPr algn="ctr">
              <a:defRPr sz="1575" b="1">
                <a:solidFill>
                  <a:srgbClr val="123F35"/>
                </a:solidFill>
                <a:latin typeface="Arial"/>
                <a:ea typeface="Arial"/>
                <a:cs typeface="Arial"/>
              </a:defRPr>
            </a:lvl1pPr>
            <a:lvl2pPr algn="ctr">
              <a:defRPr sz="1575" b="1">
                <a:solidFill>
                  <a:srgbClr val="123F35"/>
                </a:solidFill>
                <a:latin typeface="Arial"/>
                <a:ea typeface="Arial"/>
                <a:cs typeface="Arial"/>
              </a:defRPr>
            </a:lvl2pPr>
            <a:lvl3pPr algn="ctr">
              <a:defRPr sz="1575" b="1">
                <a:solidFill>
                  <a:srgbClr val="123F35"/>
                </a:solidFill>
                <a:latin typeface="Arial"/>
                <a:ea typeface="Arial"/>
                <a:cs typeface="Arial"/>
              </a:defRPr>
            </a:lvl3pPr>
            <a:lvl4pPr algn="ctr">
              <a:defRPr sz="1575" b="1">
                <a:solidFill>
                  <a:srgbClr val="123F35"/>
                </a:solidFill>
                <a:latin typeface="Arial"/>
                <a:ea typeface="Arial"/>
                <a:cs typeface="Arial"/>
              </a:defRPr>
            </a:lvl4pPr>
            <a:lvl5pPr algn="ctr">
              <a:defRPr sz="1575" b="1">
                <a:solidFill>
                  <a:srgbClr val="123F35"/>
                </a:solidFill>
                <a:latin typeface="Arial"/>
                <a:ea typeface="Arial"/>
                <a:cs typeface="Arial"/>
              </a:defRPr>
            </a:lvl5pPr>
            <a:lvl6pPr algn="ctr">
              <a:defRPr sz="1575" b="1">
                <a:solidFill>
                  <a:srgbClr val="123F35"/>
                </a:solidFill>
                <a:latin typeface="Arial"/>
                <a:ea typeface="Arial"/>
                <a:cs typeface="Arial"/>
              </a:defRPr>
            </a:lvl6pPr>
            <a:lvl7pPr algn="ctr">
              <a:defRPr sz="1575" b="1">
                <a:solidFill>
                  <a:srgbClr val="123F35"/>
                </a:solidFill>
                <a:latin typeface="Arial"/>
                <a:ea typeface="Arial"/>
                <a:cs typeface="Arial"/>
              </a:defRPr>
            </a:lvl7pPr>
            <a:lvl8pPr algn="ctr">
              <a:defRPr sz="1575" b="1">
                <a:solidFill>
                  <a:srgbClr val="123F35"/>
                </a:solidFill>
                <a:latin typeface="Arial"/>
                <a:ea typeface="Arial"/>
                <a:cs typeface="Arial"/>
              </a:defRPr>
            </a:lvl8pPr>
            <a:lvl9pPr algn="ctr">
              <a:defRPr sz="1575" b="1">
                <a:solidFill>
                  <a:srgbClr val="123F35"/>
                </a:solidFill>
                <a:latin typeface="Arial"/>
                <a:ea typeface="Arial"/>
                <a:cs typeface="Arial"/>
              </a:defRPr>
            </a:lvl9pPr>
          </a:lstStyle>
          <a:p xmlns:a="http://schemas.openxmlformats.org/drawingml/2006/main">
            <a:pPr algn="ctr">
              <a:defRPr sz="1575" b="1">
                <a:solidFill>
                  <a:srgbClr val="123F35"/>
                </a:solidFill>
                <a:latin typeface="Arial"/>
                <a:ea typeface="Arial"/>
                <a:cs typeface="Arial"/>
              </a:defRPr>
            </a:pPr>
            <a:r>
              <a:rPr sz="1575" b="1">
                <a:solidFill>
                  <a:srgbClr val="123F35"/>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B2F0490C-FEF5-42DB-ACD7-98FCE8726FFF}"/>
              </a:ext>
            </a:extLst>
          </p:cNvPr>
          <p:cNvSpPr>
            <a:spLocks xmlns:a="http://schemas.openxmlformats.org/drawingml/2006/main" noGrp="1"/>
          </p:cNvSpPr>
          <p:nvPr/>
        </p:nvSpPr>
        <p:spPr>
          <a:xfrm xmlns:a="http://schemas.openxmlformats.org/drawingml/2006/main">
            <a:off x="3562350" y="3638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352B"/>
                </a:solidFill>
                <a:latin typeface="Arial"/>
                <a:ea typeface="Arial"/>
                <a:cs typeface="Arial"/>
              </a:defRPr>
            </a:defPPr>
            <a:lvl1pPr algn="l">
              <a:defRPr sz="2175" b="1">
                <a:solidFill>
                  <a:srgbClr val="17352B"/>
                </a:solidFill>
                <a:latin typeface="Arial"/>
                <a:ea typeface="Arial"/>
                <a:cs typeface="Arial"/>
              </a:defRPr>
            </a:lvl1pPr>
            <a:lvl2pPr algn="l">
              <a:defRPr sz="2175" b="1">
                <a:solidFill>
                  <a:srgbClr val="17352B"/>
                </a:solidFill>
                <a:latin typeface="Arial"/>
                <a:ea typeface="Arial"/>
                <a:cs typeface="Arial"/>
              </a:defRPr>
            </a:lvl2pPr>
            <a:lvl3pPr algn="l">
              <a:defRPr sz="2175" b="1">
                <a:solidFill>
                  <a:srgbClr val="17352B"/>
                </a:solidFill>
                <a:latin typeface="Arial"/>
                <a:ea typeface="Arial"/>
                <a:cs typeface="Arial"/>
              </a:defRPr>
            </a:lvl3pPr>
            <a:lvl4pPr algn="l">
              <a:defRPr sz="2175" b="1">
                <a:solidFill>
                  <a:srgbClr val="17352B"/>
                </a:solidFill>
                <a:latin typeface="Arial"/>
                <a:ea typeface="Arial"/>
                <a:cs typeface="Arial"/>
              </a:defRPr>
            </a:lvl4pPr>
            <a:lvl5pPr algn="l">
              <a:defRPr sz="2175" b="1">
                <a:solidFill>
                  <a:srgbClr val="17352B"/>
                </a:solidFill>
                <a:latin typeface="Arial"/>
                <a:ea typeface="Arial"/>
                <a:cs typeface="Arial"/>
              </a:defRPr>
            </a:lvl5pPr>
            <a:lvl6pPr algn="l">
              <a:defRPr sz="2175" b="1">
                <a:solidFill>
                  <a:srgbClr val="17352B"/>
                </a:solidFill>
                <a:latin typeface="Arial"/>
                <a:ea typeface="Arial"/>
                <a:cs typeface="Arial"/>
              </a:defRPr>
            </a:lvl6pPr>
            <a:lvl7pPr algn="l">
              <a:defRPr sz="2175" b="1">
                <a:solidFill>
                  <a:srgbClr val="17352B"/>
                </a:solidFill>
                <a:latin typeface="Arial"/>
                <a:ea typeface="Arial"/>
                <a:cs typeface="Arial"/>
              </a:defRPr>
            </a:lvl7pPr>
            <a:lvl8pPr algn="l">
              <a:defRPr sz="2175" b="1">
                <a:solidFill>
                  <a:srgbClr val="17352B"/>
                </a:solidFill>
                <a:latin typeface="Arial"/>
                <a:ea typeface="Arial"/>
                <a:cs typeface="Arial"/>
              </a:defRPr>
            </a:lvl8pPr>
            <a:lvl9pPr algn="l">
              <a:defRPr sz="2175" b="1">
                <a:solidFill>
                  <a:srgbClr val="17352B"/>
                </a:solidFill>
                <a:latin typeface="Arial"/>
                <a:ea typeface="Arial"/>
                <a:cs typeface="Arial"/>
              </a:defRPr>
            </a:lvl9pPr>
          </a:lstStyle>
          <a:p xmlns:a="http://schemas.openxmlformats.org/drawingml/2006/main">
            <a:pPr algn="l">
              <a:defRPr sz="2175" b="1">
                <a:solidFill>
                  <a:srgbClr val="17352B"/>
                </a:solidFill>
                <a:latin typeface="Arial"/>
                <a:ea typeface="Arial"/>
                <a:cs typeface="Arial"/>
              </a:defRPr>
            </a:pPr>
            <a:r>
              <a:rPr sz="2175" b="1">
                <a:solidFill>
                  <a:srgbClr val="17352B"/>
                </a:solidFill>
                <a:latin typeface="Arial"/>
                <a:ea typeface="Arial"/>
                <a:cs typeface="Arial"/>
              </a:rPr>
              <a:t>Bán hàng</a:t>
            </a:r>
          </a:p>
        </p:txBody>
      </p:sp>
      <p:sp>
        <p:nvSpPr>
          <p:cNvPr id="15" name="">
            <a:extLst xmlns:a="http://schemas.openxmlformats.org/drawingml/2006/main">
              <a:ext uri="{FF2B5EF4-FFF2-40B4-BE49-F238E27FC236}">
                <a16:creationId xmlns:a16="http://schemas.microsoft.com/office/drawing/2014/main" id="{E88FFF68-5085-48BA-B922-B46298A5E1E1}"/>
              </a:ext>
            </a:extLst>
          </p:cNvPr>
          <p:cNvSpPr>
            <a:spLocks xmlns:a="http://schemas.openxmlformats.org/drawingml/2006/main" noGrp="1"/>
          </p:cNvSpPr>
          <p:nvPr/>
        </p:nvSpPr>
        <p:spPr>
          <a:xfrm xmlns:a="http://schemas.openxmlformats.org/drawingml/2006/main">
            <a:off x="3562350" y="41243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Đơn, thanh toán, giảm giá</a:t>
            </a:r>
          </a:p>
        </p:txBody>
      </p:sp>
      <p:sp>
        <p:nvSpPr>
          <p:cNvPr id="16" name="">
            <a:extLst xmlns:a="http://schemas.openxmlformats.org/drawingml/2006/main">
              <a:ext uri="{FF2B5EF4-FFF2-40B4-BE49-F238E27FC236}">
                <a16:creationId xmlns:a16="http://schemas.microsoft.com/office/drawing/2014/main" id="{E316B41E-B2B7-4307-87F5-3623E635916E}"/>
              </a:ext>
            </a:extLst>
          </p:cNvPr>
          <p:cNvSpPr>
            <a:spLocks xmlns:a="http://schemas.openxmlformats.org/drawingml/2006/main" noGrp="1"/>
          </p:cNvSpPr>
          <p:nvPr/>
        </p:nvSpPr>
        <p:spPr>
          <a:xfrm xmlns:a="http://schemas.openxmlformats.org/drawingml/2006/main">
            <a:off x="4267200" y="3000375"/>
            <a:ext cx="1943100" cy="2857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6835CCF-279E-420D-ABB8-8CD58A46F343}"/>
              </a:ext>
            </a:extLst>
          </p:cNvPr>
          <p:cNvSpPr>
            <a:spLocks xmlns:a="http://schemas.openxmlformats.org/drawingml/2006/main" noGrp="1"/>
          </p:cNvSpPr>
          <p:nvPr/>
        </p:nvSpPr>
        <p:spPr>
          <a:xfrm xmlns:a="http://schemas.openxmlformats.org/drawingml/2006/main">
            <a:off x="5972175" y="2809875"/>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2400" b="1">
                <a:solidFill>
                  <a:srgbClr val="275B4D"/>
                </a:solidFill>
                <a:latin typeface="Arial"/>
                <a:ea typeface="Arial"/>
                <a:cs typeface="Arial"/>
              </a:defRPr>
            </a:defPPr>
            <a:lvl1pPr algn="ctr">
              <a:defRPr sz="2400" b="1">
                <a:solidFill>
                  <a:srgbClr val="275B4D"/>
                </a:solidFill>
                <a:latin typeface="Arial"/>
                <a:ea typeface="Arial"/>
                <a:cs typeface="Arial"/>
              </a:defRPr>
            </a:lvl1pPr>
            <a:lvl2pPr algn="ctr">
              <a:defRPr sz="2400" b="1">
                <a:solidFill>
                  <a:srgbClr val="275B4D"/>
                </a:solidFill>
                <a:latin typeface="Arial"/>
                <a:ea typeface="Arial"/>
                <a:cs typeface="Arial"/>
              </a:defRPr>
            </a:lvl2pPr>
            <a:lvl3pPr algn="ctr">
              <a:defRPr sz="2400" b="1">
                <a:solidFill>
                  <a:srgbClr val="275B4D"/>
                </a:solidFill>
                <a:latin typeface="Arial"/>
                <a:ea typeface="Arial"/>
                <a:cs typeface="Arial"/>
              </a:defRPr>
            </a:lvl3pPr>
            <a:lvl4pPr algn="ctr">
              <a:defRPr sz="2400" b="1">
                <a:solidFill>
                  <a:srgbClr val="275B4D"/>
                </a:solidFill>
                <a:latin typeface="Arial"/>
                <a:ea typeface="Arial"/>
                <a:cs typeface="Arial"/>
              </a:defRPr>
            </a:lvl4pPr>
            <a:lvl5pPr algn="ctr">
              <a:defRPr sz="2400" b="1">
                <a:solidFill>
                  <a:srgbClr val="275B4D"/>
                </a:solidFill>
                <a:latin typeface="Arial"/>
                <a:ea typeface="Arial"/>
                <a:cs typeface="Arial"/>
              </a:defRPr>
            </a:lvl5pPr>
            <a:lvl6pPr algn="ctr">
              <a:defRPr sz="2400" b="1">
                <a:solidFill>
                  <a:srgbClr val="275B4D"/>
                </a:solidFill>
                <a:latin typeface="Arial"/>
                <a:ea typeface="Arial"/>
                <a:cs typeface="Arial"/>
              </a:defRPr>
            </a:lvl6pPr>
            <a:lvl7pPr algn="ctr">
              <a:defRPr sz="2400" b="1">
                <a:solidFill>
                  <a:srgbClr val="275B4D"/>
                </a:solidFill>
                <a:latin typeface="Arial"/>
                <a:ea typeface="Arial"/>
                <a:cs typeface="Arial"/>
              </a:defRPr>
            </a:lvl7pPr>
            <a:lvl8pPr algn="ctr">
              <a:defRPr sz="2400" b="1">
                <a:solidFill>
                  <a:srgbClr val="275B4D"/>
                </a:solidFill>
                <a:latin typeface="Arial"/>
                <a:ea typeface="Arial"/>
                <a:cs typeface="Arial"/>
              </a:defRPr>
            </a:lvl8pPr>
            <a:lvl9pPr algn="ctr">
              <a:defRPr sz="2400" b="1">
                <a:solidFill>
                  <a:srgbClr val="275B4D"/>
                </a:solidFill>
                <a:latin typeface="Arial"/>
                <a:ea typeface="Arial"/>
                <a:cs typeface="Arial"/>
              </a:defRPr>
            </a:lvl9pPr>
          </a:lstStyle>
          <a:p xmlns:a="http://schemas.openxmlformats.org/drawingml/2006/main">
            <a:pPr algn="ctr">
              <a:defRPr sz="2400" b="1">
                <a:solidFill>
                  <a:srgbClr val="275B4D"/>
                </a:solidFill>
                <a:latin typeface="Arial"/>
                <a:ea typeface="Arial"/>
                <a:cs typeface="Arial"/>
              </a:defRPr>
            </a:pPr>
            <a:r>
              <a:rPr sz="2400" b="1">
                <a:solidFill>
                  <a:srgbClr val="275B4D"/>
                </a:solidFill>
                <a:latin typeface="Arial"/>
                <a:ea typeface="Arial"/>
                <a:cs typeface="Arial"/>
              </a:rPr>
              <a:t>›</a:t>
            </a:r>
          </a:p>
        </p:txBody>
      </p:sp>
      <p:sp>
        <p:nvSpPr>
          <p:cNvPr id="18" name="loop-step-03">
            <a:extLst xmlns:a="http://schemas.openxmlformats.org/drawingml/2006/main">
              <a:ext uri="{FF2B5EF4-FFF2-40B4-BE49-F238E27FC236}">
                <a16:creationId xmlns:a16="http://schemas.microsoft.com/office/drawing/2014/main" id="{96C1E63C-A858-4E17-851E-E05E147F01D0}"/>
              </a:ext>
            </a:extLst>
          </p:cNvPr>
          <p:cNvSpPr>
            <a:spLocks xmlns:a="http://schemas.openxmlformats.org/drawingml/2006/main" noGrp="1"/>
          </p:cNvSpPr>
          <p:nvPr/>
        </p:nvSpPr>
        <p:spPr>
          <a:xfrm xmlns:a="http://schemas.openxmlformats.org/drawingml/2006/main">
            <a:off x="6343650" y="2724150"/>
            <a:ext cx="590550" cy="590550"/>
          </a:xfrm>
          <a:prstGeom xmlns:a="http://schemas.openxmlformats.org/drawingml/2006/main" prst="roundRect">
            <a:avLst>
              <a:gd name="adj" fmla="val 50000"/>
            </a:avLst>
          </a:prstGeom>
          <a:solidFill xmlns:a="http://schemas.openxmlformats.org/drawingml/2006/main">
            <a:srgbClr val="123F3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D49629D-B5BA-4A04-B1CA-0C24383FCFF3}"/>
              </a:ext>
            </a:extLst>
          </p:cNvPr>
          <p:cNvSpPr>
            <a:spLocks xmlns:a="http://schemas.openxmlformats.org/drawingml/2006/main" noGrp="1"/>
          </p:cNvSpPr>
          <p:nvPr/>
        </p:nvSpPr>
        <p:spPr>
          <a:xfrm xmlns:a="http://schemas.openxmlformats.org/drawingml/2006/main">
            <a:off x="6343650" y="285750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FFFFFF"/>
                </a:solidFill>
                <a:latin typeface="Arial"/>
                <a:ea typeface="Arial"/>
                <a:cs typeface="Arial"/>
              </a:defRPr>
            </a:defPPr>
            <a:lvl1pPr algn="ctr">
              <a:defRPr sz="1575" b="1">
                <a:solidFill>
                  <a:srgbClr val="FFFFFF"/>
                </a:solidFill>
                <a:latin typeface="Arial"/>
                <a:ea typeface="Arial"/>
                <a:cs typeface="Arial"/>
              </a:defRPr>
            </a:lvl1pPr>
            <a:lvl2pPr algn="ctr">
              <a:defRPr sz="1575" b="1">
                <a:solidFill>
                  <a:srgbClr val="FFFFFF"/>
                </a:solidFill>
                <a:latin typeface="Arial"/>
                <a:ea typeface="Arial"/>
                <a:cs typeface="Arial"/>
              </a:defRPr>
            </a:lvl2pPr>
            <a:lvl3pPr algn="ctr">
              <a:defRPr sz="1575" b="1">
                <a:solidFill>
                  <a:srgbClr val="FFFFFF"/>
                </a:solidFill>
                <a:latin typeface="Arial"/>
                <a:ea typeface="Arial"/>
                <a:cs typeface="Arial"/>
              </a:defRPr>
            </a:lvl3pPr>
            <a:lvl4pPr algn="ctr">
              <a:defRPr sz="1575" b="1">
                <a:solidFill>
                  <a:srgbClr val="FFFFFF"/>
                </a:solidFill>
                <a:latin typeface="Arial"/>
                <a:ea typeface="Arial"/>
                <a:cs typeface="Arial"/>
              </a:defRPr>
            </a:lvl4pPr>
            <a:lvl5pPr algn="ctr">
              <a:defRPr sz="1575" b="1">
                <a:solidFill>
                  <a:srgbClr val="FFFFFF"/>
                </a:solidFill>
                <a:latin typeface="Arial"/>
                <a:ea typeface="Arial"/>
                <a:cs typeface="Arial"/>
              </a:defRPr>
            </a:lvl5pPr>
            <a:lvl6pPr algn="ctr">
              <a:defRPr sz="1575" b="1">
                <a:solidFill>
                  <a:srgbClr val="FFFFFF"/>
                </a:solidFill>
                <a:latin typeface="Arial"/>
                <a:ea typeface="Arial"/>
                <a:cs typeface="Arial"/>
              </a:defRPr>
            </a:lvl6pPr>
            <a:lvl7pPr algn="ctr">
              <a:defRPr sz="1575" b="1">
                <a:solidFill>
                  <a:srgbClr val="FFFFFF"/>
                </a:solidFill>
                <a:latin typeface="Arial"/>
                <a:ea typeface="Arial"/>
                <a:cs typeface="Arial"/>
              </a:defRPr>
            </a:lvl7pPr>
            <a:lvl8pPr algn="ctr">
              <a:defRPr sz="1575" b="1">
                <a:solidFill>
                  <a:srgbClr val="FFFFFF"/>
                </a:solidFill>
                <a:latin typeface="Arial"/>
                <a:ea typeface="Arial"/>
                <a:cs typeface="Arial"/>
              </a:defRPr>
            </a:lvl8pPr>
            <a:lvl9pPr algn="ctr">
              <a:defRPr sz="1575" b="1">
                <a:solidFill>
                  <a:srgbClr val="FFFFFF"/>
                </a:solidFill>
                <a:latin typeface="Arial"/>
                <a:ea typeface="Arial"/>
                <a:cs typeface="Arial"/>
              </a:defRPr>
            </a:lvl9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C97737F7-615C-4309-8520-7C88368CA609}"/>
              </a:ext>
            </a:extLst>
          </p:cNvPr>
          <p:cNvSpPr>
            <a:spLocks xmlns:a="http://schemas.openxmlformats.org/drawingml/2006/main" noGrp="1"/>
          </p:cNvSpPr>
          <p:nvPr/>
        </p:nvSpPr>
        <p:spPr>
          <a:xfrm xmlns:a="http://schemas.openxmlformats.org/drawingml/2006/main">
            <a:off x="6343650" y="3638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352B"/>
                </a:solidFill>
                <a:latin typeface="Arial"/>
                <a:ea typeface="Arial"/>
                <a:cs typeface="Arial"/>
              </a:defRPr>
            </a:defPPr>
            <a:lvl1pPr algn="l">
              <a:defRPr sz="2175" b="1">
                <a:solidFill>
                  <a:srgbClr val="17352B"/>
                </a:solidFill>
                <a:latin typeface="Arial"/>
                <a:ea typeface="Arial"/>
                <a:cs typeface="Arial"/>
              </a:defRPr>
            </a:lvl1pPr>
            <a:lvl2pPr algn="l">
              <a:defRPr sz="2175" b="1">
                <a:solidFill>
                  <a:srgbClr val="17352B"/>
                </a:solidFill>
                <a:latin typeface="Arial"/>
                <a:ea typeface="Arial"/>
                <a:cs typeface="Arial"/>
              </a:defRPr>
            </a:lvl2pPr>
            <a:lvl3pPr algn="l">
              <a:defRPr sz="2175" b="1">
                <a:solidFill>
                  <a:srgbClr val="17352B"/>
                </a:solidFill>
                <a:latin typeface="Arial"/>
                <a:ea typeface="Arial"/>
                <a:cs typeface="Arial"/>
              </a:defRPr>
            </a:lvl3pPr>
            <a:lvl4pPr algn="l">
              <a:defRPr sz="2175" b="1">
                <a:solidFill>
                  <a:srgbClr val="17352B"/>
                </a:solidFill>
                <a:latin typeface="Arial"/>
                <a:ea typeface="Arial"/>
                <a:cs typeface="Arial"/>
              </a:defRPr>
            </a:lvl4pPr>
            <a:lvl5pPr algn="l">
              <a:defRPr sz="2175" b="1">
                <a:solidFill>
                  <a:srgbClr val="17352B"/>
                </a:solidFill>
                <a:latin typeface="Arial"/>
                <a:ea typeface="Arial"/>
                <a:cs typeface="Arial"/>
              </a:defRPr>
            </a:lvl5pPr>
            <a:lvl6pPr algn="l">
              <a:defRPr sz="2175" b="1">
                <a:solidFill>
                  <a:srgbClr val="17352B"/>
                </a:solidFill>
                <a:latin typeface="Arial"/>
                <a:ea typeface="Arial"/>
                <a:cs typeface="Arial"/>
              </a:defRPr>
            </a:lvl6pPr>
            <a:lvl7pPr algn="l">
              <a:defRPr sz="2175" b="1">
                <a:solidFill>
                  <a:srgbClr val="17352B"/>
                </a:solidFill>
                <a:latin typeface="Arial"/>
                <a:ea typeface="Arial"/>
                <a:cs typeface="Arial"/>
              </a:defRPr>
            </a:lvl7pPr>
            <a:lvl8pPr algn="l">
              <a:defRPr sz="2175" b="1">
                <a:solidFill>
                  <a:srgbClr val="17352B"/>
                </a:solidFill>
                <a:latin typeface="Arial"/>
                <a:ea typeface="Arial"/>
                <a:cs typeface="Arial"/>
              </a:defRPr>
            </a:lvl8pPr>
            <a:lvl9pPr algn="l">
              <a:defRPr sz="2175" b="1">
                <a:solidFill>
                  <a:srgbClr val="17352B"/>
                </a:solidFill>
                <a:latin typeface="Arial"/>
                <a:ea typeface="Arial"/>
                <a:cs typeface="Arial"/>
              </a:defRPr>
            </a:lvl9pPr>
          </a:lstStyle>
          <a:p xmlns:a="http://schemas.openxmlformats.org/drawingml/2006/main">
            <a:pPr algn="l">
              <a:defRPr sz="2175" b="1">
                <a:solidFill>
                  <a:srgbClr val="17352B"/>
                </a:solidFill>
                <a:latin typeface="Arial"/>
                <a:ea typeface="Arial"/>
                <a:cs typeface="Arial"/>
              </a:defRPr>
            </a:pPr>
            <a:r>
              <a:rPr sz="2175" b="1">
                <a:solidFill>
                  <a:srgbClr val="17352B"/>
                </a:solidFill>
                <a:latin typeface="Arial"/>
                <a:ea typeface="Arial"/>
                <a:cs typeface="Arial"/>
              </a:rPr>
              <a:t>Ghi nhận</a:t>
            </a:r>
          </a:p>
        </p:txBody>
      </p:sp>
      <p:sp>
        <p:nvSpPr>
          <p:cNvPr id="21" name="">
            <a:extLst xmlns:a="http://schemas.openxmlformats.org/drawingml/2006/main">
              <a:ext uri="{FF2B5EF4-FFF2-40B4-BE49-F238E27FC236}">
                <a16:creationId xmlns:a16="http://schemas.microsoft.com/office/drawing/2014/main" id="{A6612A78-A332-4E5D-A7A6-86AD03D385AB}"/>
              </a:ext>
            </a:extLst>
          </p:cNvPr>
          <p:cNvSpPr>
            <a:spLocks xmlns:a="http://schemas.openxmlformats.org/drawingml/2006/main" noGrp="1"/>
          </p:cNvSpPr>
          <p:nvPr/>
        </p:nvSpPr>
        <p:spPr>
          <a:xfrm xmlns:a="http://schemas.openxmlformats.org/drawingml/2006/main">
            <a:off x="6343650" y="41243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Tồn, công nợ, tiền</a:t>
            </a:r>
          </a:p>
        </p:txBody>
      </p:sp>
      <p:sp>
        <p:nvSpPr>
          <p:cNvPr id="22" name="">
            <a:extLst xmlns:a="http://schemas.openxmlformats.org/drawingml/2006/main">
              <a:ext uri="{FF2B5EF4-FFF2-40B4-BE49-F238E27FC236}">
                <a16:creationId xmlns:a16="http://schemas.microsoft.com/office/drawing/2014/main" id="{67F6A473-1F64-4BDB-81CF-19B6DF121FDB}"/>
              </a:ext>
            </a:extLst>
          </p:cNvPr>
          <p:cNvSpPr>
            <a:spLocks xmlns:a="http://schemas.openxmlformats.org/drawingml/2006/main" noGrp="1"/>
          </p:cNvSpPr>
          <p:nvPr/>
        </p:nvSpPr>
        <p:spPr>
          <a:xfrm xmlns:a="http://schemas.openxmlformats.org/drawingml/2006/main">
            <a:off x="7048500" y="3000375"/>
            <a:ext cx="1943100" cy="2857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089DEC9-137B-44D5-9407-AEE726235B38}"/>
              </a:ext>
            </a:extLst>
          </p:cNvPr>
          <p:cNvSpPr>
            <a:spLocks xmlns:a="http://schemas.openxmlformats.org/drawingml/2006/main" noGrp="1"/>
          </p:cNvSpPr>
          <p:nvPr/>
        </p:nvSpPr>
        <p:spPr>
          <a:xfrm xmlns:a="http://schemas.openxmlformats.org/drawingml/2006/main">
            <a:off x="8753475" y="2809875"/>
            <a:ext cx="333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ctr">
              <a:defRPr sz="2400" b="1">
                <a:solidFill>
                  <a:srgbClr val="275B4D"/>
                </a:solidFill>
                <a:latin typeface="Arial"/>
                <a:ea typeface="Arial"/>
                <a:cs typeface="Arial"/>
              </a:defRPr>
            </a:defPPr>
            <a:lvl1pPr algn="ctr">
              <a:defRPr sz="2400" b="1">
                <a:solidFill>
                  <a:srgbClr val="275B4D"/>
                </a:solidFill>
                <a:latin typeface="Arial"/>
                <a:ea typeface="Arial"/>
                <a:cs typeface="Arial"/>
              </a:defRPr>
            </a:lvl1pPr>
            <a:lvl2pPr algn="ctr">
              <a:defRPr sz="2400" b="1">
                <a:solidFill>
                  <a:srgbClr val="275B4D"/>
                </a:solidFill>
                <a:latin typeface="Arial"/>
                <a:ea typeface="Arial"/>
                <a:cs typeface="Arial"/>
              </a:defRPr>
            </a:lvl2pPr>
            <a:lvl3pPr algn="ctr">
              <a:defRPr sz="2400" b="1">
                <a:solidFill>
                  <a:srgbClr val="275B4D"/>
                </a:solidFill>
                <a:latin typeface="Arial"/>
                <a:ea typeface="Arial"/>
                <a:cs typeface="Arial"/>
              </a:defRPr>
            </a:lvl3pPr>
            <a:lvl4pPr algn="ctr">
              <a:defRPr sz="2400" b="1">
                <a:solidFill>
                  <a:srgbClr val="275B4D"/>
                </a:solidFill>
                <a:latin typeface="Arial"/>
                <a:ea typeface="Arial"/>
                <a:cs typeface="Arial"/>
              </a:defRPr>
            </a:lvl4pPr>
            <a:lvl5pPr algn="ctr">
              <a:defRPr sz="2400" b="1">
                <a:solidFill>
                  <a:srgbClr val="275B4D"/>
                </a:solidFill>
                <a:latin typeface="Arial"/>
                <a:ea typeface="Arial"/>
                <a:cs typeface="Arial"/>
              </a:defRPr>
            </a:lvl5pPr>
            <a:lvl6pPr algn="ctr">
              <a:defRPr sz="2400" b="1">
                <a:solidFill>
                  <a:srgbClr val="275B4D"/>
                </a:solidFill>
                <a:latin typeface="Arial"/>
                <a:ea typeface="Arial"/>
                <a:cs typeface="Arial"/>
              </a:defRPr>
            </a:lvl6pPr>
            <a:lvl7pPr algn="ctr">
              <a:defRPr sz="2400" b="1">
                <a:solidFill>
                  <a:srgbClr val="275B4D"/>
                </a:solidFill>
                <a:latin typeface="Arial"/>
                <a:ea typeface="Arial"/>
                <a:cs typeface="Arial"/>
              </a:defRPr>
            </a:lvl7pPr>
            <a:lvl8pPr algn="ctr">
              <a:defRPr sz="2400" b="1">
                <a:solidFill>
                  <a:srgbClr val="275B4D"/>
                </a:solidFill>
                <a:latin typeface="Arial"/>
                <a:ea typeface="Arial"/>
                <a:cs typeface="Arial"/>
              </a:defRPr>
            </a:lvl8pPr>
            <a:lvl9pPr algn="ctr">
              <a:defRPr sz="2400" b="1">
                <a:solidFill>
                  <a:srgbClr val="275B4D"/>
                </a:solidFill>
                <a:latin typeface="Arial"/>
                <a:ea typeface="Arial"/>
                <a:cs typeface="Arial"/>
              </a:defRPr>
            </a:lvl9pPr>
          </a:lstStyle>
          <a:p xmlns:a="http://schemas.openxmlformats.org/drawingml/2006/main">
            <a:pPr algn="ctr">
              <a:defRPr sz="2400" b="1">
                <a:solidFill>
                  <a:srgbClr val="275B4D"/>
                </a:solidFill>
                <a:latin typeface="Arial"/>
                <a:ea typeface="Arial"/>
                <a:cs typeface="Arial"/>
              </a:defRPr>
            </a:pPr>
            <a:r>
              <a:rPr sz="2400" b="1">
                <a:solidFill>
                  <a:srgbClr val="275B4D"/>
                </a:solidFill>
                <a:latin typeface="Arial"/>
                <a:ea typeface="Arial"/>
                <a:cs typeface="Arial"/>
              </a:rPr>
              <a:t>›</a:t>
            </a:r>
          </a:p>
        </p:txBody>
      </p:sp>
      <p:sp>
        <p:nvSpPr>
          <p:cNvPr id="24" name="loop-step-04">
            <a:extLst xmlns:a="http://schemas.openxmlformats.org/drawingml/2006/main">
              <a:ext uri="{FF2B5EF4-FFF2-40B4-BE49-F238E27FC236}">
                <a16:creationId xmlns:a16="http://schemas.microsoft.com/office/drawing/2014/main" id="{77C92E5A-8363-49C6-9EA9-850EAD17BAF9}"/>
              </a:ext>
            </a:extLst>
          </p:cNvPr>
          <p:cNvSpPr>
            <a:spLocks xmlns:a="http://schemas.openxmlformats.org/drawingml/2006/main" noGrp="1"/>
          </p:cNvSpPr>
          <p:nvPr/>
        </p:nvSpPr>
        <p:spPr>
          <a:xfrm xmlns:a="http://schemas.openxmlformats.org/drawingml/2006/main">
            <a:off x="9124950" y="2724150"/>
            <a:ext cx="590550" cy="590550"/>
          </a:xfrm>
          <a:prstGeom xmlns:a="http://schemas.openxmlformats.org/drawingml/2006/main" prst="roundRect">
            <a:avLst>
              <a:gd name="adj" fmla="val 50000"/>
            </a:avLst>
          </a:prstGeom>
          <a:solidFill xmlns:a="http://schemas.openxmlformats.org/drawingml/2006/main">
            <a:srgbClr val="123F3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8E260E2-7172-4AEE-85B0-E3CC24E45894}"/>
              </a:ext>
            </a:extLst>
          </p:cNvPr>
          <p:cNvSpPr>
            <a:spLocks xmlns:a="http://schemas.openxmlformats.org/drawingml/2006/main" noGrp="1"/>
          </p:cNvSpPr>
          <p:nvPr/>
        </p:nvSpPr>
        <p:spPr>
          <a:xfrm xmlns:a="http://schemas.openxmlformats.org/drawingml/2006/main">
            <a:off x="9124950" y="2857500"/>
            <a:ext cx="590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lstStyle xmlns:a="http://schemas.openxmlformats.org/drawingml/2006/main">
            <a:defPPr algn="ctr">
              <a:defRPr sz="1575" b="1">
                <a:solidFill>
                  <a:srgbClr val="FFFFFF"/>
                </a:solidFill>
                <a:latin typeface="Arial"/>
                <a:ea typeface="Arial"/>
                <a:cs typeface="Arial"/>
              </a:defRPr>
            </a:defPPr>
            <a:lvl1pPr algn="ctr">
              <a:defRPr sz="1575" b="1">
                <a:solidFill>
                  <a:srgbClr val="FFFFFF"/>
                </a:solidFill>
                <a:latin typeface="Arial"/>
                <a:ea typeface="Arial"/>
                <a:cs typeface="Arial"/>
              </a:defRPr>
            </a:lvl1pPr>
            <a:lvl2pPr algn="ctr">
              <a:defRPr sz="1575" b="1">
                <a:solidFill>
                  <a:srgbClr val="FFFFFF"/>
                </a:solidFill>
                <a:latin typeface="Arial"/>
                <a:ea typeface="Arial"/>
                <a:cs typeface="Arial"/>
              </a:defRPr>
            </a:lvl2pPr>
            <a:lvl3pPr algn="ctr">
              <a:defRPr sz="1575" b="1">
                <a:solidFill>
                  <a:srgbClr val="FFFFFF"/>
                </a:solidFill>
                <a:latin typeface="Arial"/>
                <a:ea typeface="Arial"/>
                <a:cs typeface="Arial"/>
              </a:defRPr>
            </a:lvl3pPr>
            <a:lvl4pPr algn="ctr">
              <a:defRPr sz="1575" b="1">
                <a:solidFill>
                  <a:srgbClr val="FFFFFF"/>
                </a:solidFill>
                <a:latin typeface="Arial"/>
                <a:ea typeface="Arial"/>
                <a:cs typeface="Arial"/>
              </a:defRPr>
            </a:lvl4pPr>
            <a:lvl5pPr algn="ctr">
              <a:defRPr sz="1575" b="1">
                <a:solidFill>
                  <a:srgbClr val="FFFFFF"/>
                </a:solidFill>
                <a:latin typeface="Arial"/>
                <a:ea typeface="Arial"/>
                <a:cs typeface="Arial"/>
              </a:defRPr>
            </a:lvl5pPr>
            <a:lvl6pPr algn="ctr">
              <a:defRPr sz="1575" b="1">
                <a:solidFill>
                  <a:srgbClr val="FFFFFF"/>
                </a:solidFill>
                <a:latin typeface="Arial"/>
                <a:ea typeface="Arial"/>
                <a:cs typeface="Arial"/>
              </a:defRPr>
            </a:lvl6pPr>
            <a:lvl7pPr algn="ctr">
              <a:defRPr sz="1575" b="1">
                <a:solidFill>
                  <a:srgbClr val="FFFFFF"/>
                </a:solidFill>
                <a:latin typeface="Arial"/>
                <a:ea typeface="Arial"/>
                <a:cs typeface="Arial"/>
              </a:defRPr>
            </a:lvl7pPr>
            <a:lvl8pPr algn="ctr">
              <a:defRPr sz="1575" b="1">
                <a:solidFill>
                  <a:srgbClr val="FFFFFF"/>
                </a:solidFill>
                <a:latin typeface="Arial"/>
                <a:ea typeface="Arial"/>
                <a:cs typeface="Arial"/>
              </a:defRPr>
            </a:lvl8pPr>
            <a:lvl9pPr algn="ctr">
              <a:defRPr sz="1575" b="1">
                <a:solidFill>
                  <a:srgbClr val="FFFFFF"/>
                </a:solidFill>
                <a:latin typeface="Arial"/>
                <a:ea typeface="Arial"/>
                <a:cs typeface="Arial"/>
              </a:defRPr>
            </a:lvl9pPr>
          </a:lstStyle>
          <a:p xmlns:a="http://schemas.openxmlformats.org/drawingml/2006/main">
            <a:pPr algn="ctr">
              <a:defRPr sz="1575" b="1">
                <a:solidFill>
                  <a:srgbClr val="FFFFFF"/>
                </a:solidFill>
                <a:latin typeface="Arial"/>
                <a:ea typeface="Arial"/>
                <a:cs typeface="Arial"/>
              </a:defRPr>
            </a:pPr>
            <a:r>
              <a:rPr sz="1575" b="1">
                <a:solidFill>
                  <a:srgbClr val="FFFFFF"/>
                </a:solidFill>
                <a:latin typeface="Arial"/>
                <a:ea typeface="Arial"/>
                <a:cs typeface="Arial"/>
              </a:rPr>
              <a:t>04</a:t>
            </a:r>
          </a:p>
        </p:txBody>
      </p:sp>
      <p:sp>
        <p:nvSpPr>
          <p:cNvPr id="26" name="">
            <a:extLst xmlns:a="http://schemas.openxmlformats.org/drawingml/2006/main">
              <a:ext uri="{FF2B5EF4-FFF2-40B4-BE49-F238E27FC236}">
                <a16:creationId xmlns:a16="http://schemas.microsoft.com/office/drawing/2014/main" id="{81FDE053-E2F8-44E5-8BBE-ADAD774D3D47}"/>
              </a:ext>
            </a:extLst>
          </p:cNvPr>
          <p:cNvSpPr>
            <a:spLocks xmlns:a="http://schemas.openxmlformats.org/drawingml/2006/main" noGrp="1"/>
          </p:cNvSpPr>
          <p:nvPr/>
        </p:nvSpPr>
        <p:spPr>
          <a:xfrm xmlns:a="http://schemas.openxmlformats.org/drawingml/2006/main">
            <a:off x="9124950" y="3638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175" b="1">
                <a:solidFill>
                  <a:srgbClr val="17352B"/>
                </a:solidFill>
                <a:latin typeface="Arial"/>
                <a:ea typeface="Arial"/>
                <a:cs typeface="Arial"/>
              </a:defRPr>
            </a:defPPr>
            <a:lvl1pPr algn="l">
              <a:defRPr sz="2175" b="1">
                <a:solidFill>
                  <a:srgbClr val="17352B"/>
                </a:solidFill>
                <a:latin typeface="Arial"/>
                <a:ea typeface="Arial"/>
                <a:cs typeface="Arial"/>
              </a:defRPr>
            </a:lvl1pPr>
            <a:lvl2pPr algn="l">
              <a:defRPr sz="2175" b="1">
                <a:solidFill>
                  <a:srgbClr val="17352B"/>
                </a:solidFill>
                <a:latin typeface="Arial"/>
                <a:ea typeface="Arial"/>
                <a:cs typeface="Arial"/>
              </a:defRPr>
            </a:lvl2pPr>
            <a:lvl3pPr algn="l">
              <a:defRPr sz="2175" b="1">
                <a:solidFill>
                  <a:srgbClr val="17352B"/>
                </a:solidFill>
                <a:latin typeface="Arial"/>
                <a:ea typeface="Arial"/>
                <a:cs typeface="Arial"/>
              </a:defRPr>
            </a:lvl3pPr>
            <a:lvl4pPr algn="l">
              <a:defRPr sz="2175" b="1">
                <a:solidFill>
                  <a:srgbClr val="17352B"/>
                </a:solidFill>
                <a:latin typeface="Arial"/>
                <a:ea typeface="Arial"/>
                <a:cs typeface="Arial"/>
              </a:defRPr>
            </a:lvl4pPr>
            <a:lvl5pPr algn="l">
              <a:defRPr sz="2175" b="1">
                <a:solidFill>
                  <a:srgbClr val="17352B"/>
                </a:solidFill>
                <a:latin typeface="Arial"/>
                <a:ea typeface="Arial"/>
                <a:cs typeface="Arial"/>
              </a:defRPr>
            </a:lvl5pPr>
            <a:lvl6pPr algn="l">
              <a:defRPr sz="2175" b="1">
                <a:solidFill>
                  <a:srgbClr val="17352B"/>
                </a:solidFill>
                <a:latin typeface="Arial"/>
                <a:ea typeface="Arial"/>
                <a:cs typeface="Arial"/>
              </a:defRPr>
            </a:lvl6pPr>
            <a:lvl7pPr algn="l">
              <a:defRPr sz="2175" b="1">
                <a:solidFill>
                  <a:srgbClr val="17352B"/>
                </a:solidFill>
                <a:latin typeface="Arial"/>
                <a:ea typeface="Arial"/>
                <a:cs typeface="Arial"/>
              </a:defRPr>
            </a:lvl7pPr>
            <a:lvl8pPr algn="l">
              <a:defRPr sz="2175" b="1">
                <a:solidFill>
                  <a:srgbClr val="17352B"/>
                </a:solidFill>
                <a:latin typeface="Arial"/>
                <a:ea typeface="Arial"/>
                <a:cs typeface="Arial"/>
              </a:defRPr>
            </a:lvl8pPr>
            <a:lvl9pPr algn="l">
              <a:defRPr sz="2175" b="1">
                <a:solidFill>
                  <a:srgbClr val="17352B"/>
                </a:solidFill>
                <a:latin typeface="Arial"/>
                <a:ea typeface="Arial"/>
                <a:cs typeface="Arial"/>
              </a:defRPr>
            </a:lvl9pPr>
          </a:lstStyle>
          <a:p xmlns:a="http://schemas.openxmlformats.org/drawingml/2006/main">
            <a:pPr algn="l">
              <a:defRPr sz="2175" b="1">
                <a:solidFill>
                  <a:srgbClr val="17352B"/>
                </a:solidFill>
                <a:latin typeface="Arial"/>
                <a:ea typeface="Arial"/>
                <a:cs typeface="Arial"/>
              </a:defRPr>
            </a:pPr>
            <a:r>
              <a:rPr sz="2175" b="1">
                <a:solidFill>
                  <a:srgbClr val="17352B"/>
                </a:solidFill>
                <a:latin typeface="Arial"/>
                <a:ea typeface="Arial"/>
                <a:cs typeface="Arial"/>
              </a:rPr>
              <a:t>Theo dõi</a:t>
            </a:r>
          </a:p>
        </p:txBody>
      </p:sp>
      <p:sp>
        <p:nvSpPr>
          <p:cNvPr id="27" name="">
            <a:extLst xmlns:a="http://schemas.openxmlformats.org/drawingml/2006/main">
              <a:ext uri="{FF2B5EF4-FFF2-40B4-BE49-F238E27FC236}">
                <a16:creationId xmlns:a16="http://schemas.microsoft.com/office/drawing/2014/main" id="{2E22B7F5-BBE3-4011-9B75-081BA3866785}"/>
              </a:ext>
            </a:extLst>
          </p:cNvPr>
          <p:cNvSpPr>
            <a:spLocks xmlns:a="http://schemas.openxmlformats.org/drawingml/2006/main" noGrp="1"/>
          </p:cNvSpPr>
          <p:nvPr/>
        </p:nvSpPr>
        <p:spPr>
          <a:xfrm xmlns:a="http://schemas.openxmlformats.org/drawingml/2006/main">
            <a:off x="9124950" y="412432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Trả hàng, lịch sử, báo cáo</a:t>
            </a:r>
          </a:p>
        </p:txBody>
      </p:sp>
      <p:sp>
        <p:nvSpPr>
          <p:cNvPr id="28" name="">
            <a:extLst xmlns:a="http://schemas.openxmlformats.org/drawingml/2006/main">
              <a:ext uri="{FF2B5EF4-FFF2-40B4-BE49-F238E27FC236}">
                <a16:creationId xmlns:a16="http://schemas.microsoft.com/office/drawing/2014/main" id="{99D5384D-3ADA-4BB0-B3AB-C82A72011F3A}"/>
              </a:ext>
            </a:extLst>
          </p:cNvPr>
          <p:cNvSpPr>
            <a:spLocks xmlns:a="http://schemas.openxmlformats.org/drawingml/2006/main" noGrp="1"/>
          </p:cNvSpPr>
          <p:nvPr/>
        </p:nvSpPr>
        <p:spPr>
          <a:xfrm xmlns:a="http://schemas.openxmlformats.org/drawingml/2006/main">
            <a:off x="781050" y="5372100"/>
            <a:ext cx="1061085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64CD741-5A93-4A73-A2D1-5717B8A5E4F8}"/>
              </a:ext>
            </a:extLst>
          </p:cNvPr>
          <p:cNvSpPr>
            <a:spLocks xmlns:a="http://schemas.openxmlformats.org/drawingml/2006/main" noGrp="1"/>
          </p:cNvSpPr>
          <p:nvPr/>
        </p:nvSpPr>
        <p:spPr>
          <a:xfrm xmlns:a="http://schemas.openxmlformats.org/drawingml/2006/main">
            <a:off x="781050" y="56388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123F35"/>
                </a:solidFill>
                <a:latin typeface="Arial"/>
                <a:ea typeface="Arial"/>
                <a:cs typeface="Arial"/>
              </a:defRPr>
            </a:defPPr>
            <a:lvl1pPr algn="l">
              <a:defRPr sz="1650" b="1">
                <a:solidFill>
                  <a:srgbClr val="123F35"/>
                </a:solidFill>
                <a:latin typeface="Arial"/>
                <a:ea typeface="Arial"/>
                <a:cs typeface="Arial"/>
              </a:defRPr>
            </a:lvl1pPr>
            <a:lvl2pPr algn="l">
              <a:defRPr sz="1650" b="1">
                <a:solidFill>
                  <a:srgbClr val="123F35"/>
                </a:solidFill>
                <a:latin typeface="Arial"/>
                <a:ea typeface="Arial"/>
                <a:cs typeface="Arial"/>
              </a:defRPr>
            </a:lvl2pPr>
            <a:lvl3pPr algn="l">
              <a:defRPr sz="1650" b="1">
                <a:solidFill>
                  <a:srgbClr val="123F35"/>
                </a:solidFill>
                <a:latin typeface="Arial"/>
                <a:ea typeface="Arial"/>
                <a:cs typeface="Arial"/>
              </a:defRPr>
            </a:lvl3pPr>
            <a:lvl4pPr algn="l">
              <a:defRPr sz="1650" b="1">
                <a:solidFill>
                  <a:srgbClr val="123F35"/>
                </a:solidFill>
                <a:latin typeface="Arial"/>
                <a:ea typeface="Arial"/>
                <a:cs typeface="Arial"/>
              </a:defRPr>
            </a:lvl4pPr>
            <a:lvl5pPr algn="l">
              <a:defRPr sz="1650" b="1">
                <a:solidFill>
                  <a:srgbClr val="123F35"/>
                </a:solidFill>
                <a:latin typeface="Arial"/>
                <a:ea typeface="Arial"/>
                <a:cs typeface="Arial"/>
              </a:defRPr>
            </a:lvl5pPr>
            <a:lvl6pPr algn="l">
              <a:defRPr sz="1650" b="1">
                <a:solidFill>
                  <a:srgbClr val="123F35"/>
                </a:solidFill>
                <a:latin typeface="Arial"/>
                <a:ea typeface="Arial"/>
                <a:cs typeface="Arial"/>
              </a:defRPr>
            </a:lvl6pPr>
            <a:lvl7pPr algn="l">
              <a:defRPr sz="1650" b="1">
                <a:solidFill>
                  <a:srgbClr val="123F35"/>
                </a:solidFill>
                <a:latin typeface="Arial"/>
                <a:ea typeface="Arial"/>
                <a:cs typeface="Arial"/>
              </a:defRPr>
            </a:lvl7pPr>
            <a:lvl8pPr algn="l">
              <a:defRPr sz="1650" b="1">
                <a:solidFill>
                  <a:srgbClr val="123F35"/>
                </a:solidFill>
                <a:latin typeface="Arial"/>
                <a:ea typeface="Arial"/>
                <a:cs typeface="Arial"/>
              </a:defRPr>
            </a:lvl8pPr>
            <a:lvl9pPr algn="l">
              <a:defRPr sz="1650" b="1">
                <a:solidFill>
                  <a:srgbClr val="123F35"/>
                </a:solidFill>
                <a:latin typeface="Arial"/>
                <a:ea typeface="Arial"/>
                <a:cs typeface="Arial"/>
              </a:defRPr>
            </a:lvl9pPr>
          </a:lstStyle>
          <a:p xmlns:a="http://schemas.openxmlformats.org/drawingml/2006/main">
            <a:pPr algn="l">
              <a:defRPr sz="1650" b="1">
                <a:solidFill>
                  <a:srgbClr val="123F35"/>
                </a:solidFill>
                <a:latin typeface="Arial"/>
                <a:ea typeface="Arial"/>
                <a:cs typeface="Arial"/>
              </a:defRPr>
            </a:pPr>
            <a:r>
              <a:rPr sz="1650" b="1">
                <a:solidFill>
                  <a:srgbClr val="123F35"/>
                </a:solidFill>
                <a:latin typeface="Arial"/>
                <a:ea typeface="Arial"/>
                <a:cs typeface="Arial"/>
              </a:rPr>
              <a:t>Mỗi thao tác quan trọng cần cập nhật đúng dữ liệu và để lại dấu vết.</a:t>
            </a:r>
          </a:p>
        </p:txBody>
      </p:sp>
    </p:spTree>
    <p:extLst>
      <p:ext uri="{BB962C8B-B14F-4D97-AF65-F5344CB8AC3E}">
        <p14:creationId xmlns:p14="http://schemas.microsoft.com/office/powerpoint/2010/main" val="1631057920"/>
      </p:ext>
    </p:extLst>
  </p:cSld>
</p:sld>
</file>

<file path=ppt/slides/slide4.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33" name="slide-4-title">
            <a:extLst xmlns:a="http://schemas.openxmlformats.org/drawingml/2006/main">
              <a:ext uri="{FF2B5EF4-FFF2-40B4-BE49-F238E27FC236}">
                <a16:creationId xmlns:a16="http://schemas.microsoft.com/office/drawing/2014/main" id="{691E33F6-77A2-4292-B1CF-4067BBECEC37}"/>
              </a:ext>
            </a:extLst>
          </p:cNvPr>
          <p:cNvSpPr>
            <a:spLocks xmlns:a="http://schemas.openxmlformats.org/drawingml/2006/main" noGrp="1"/>
          </p:cNvSpPr>
          <p:nvPr/>
        </p:nvSpPr>
        <p:spPr>
          <a:xfrm xmlns:a="http://schemas.openxmlformats.org/drawingml/2006/main">
            <a:off x="685800" y="514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225" b="1">
                <a:solidFill>
                  <a:srgbClr val="17352B"/>
                </a:solidFill>
                <a:latin typeface="Arial"/>
                <a:ea typeface="Arial"/>
                <a:cs typeface="Arial"/>
              </a:defRPr>
            </a:defPPr>
            <a:lvl1pPr algn="l">
              <a:defRPr sz="3225" b="1">
                <a:solidFill>
                  <a:srgbClr val="17352B"/>
                </a:solidFill>
                <a:latin typeface="Arial"/>
                <a:ea typeface="Arial"/>
                <a:cs typeface="Arial"/>
              </a:defRPr>
            </a:lvl1pPr>
            <a:lvl2pPr algn="l">
              <a:defRPr sz="3225" b="1">
                <a:solidFill>
                  <a:srgbClr val="17352B"/>
                </a:solidFill>
                <a:latin typeface="Arial"/>
                <a:ea typeface="Arial"/>
                <a:cs typeface="Arial"/>
              </a:defRPr>
            </a:lvl2pPr>
            <a:lvl3pPr algn="l">
              <a:defRPr sz="3225" b="1">
                <a:solidFill>
                  <a:srgbClr val="17352B"/>
                </a:solidFill>
                <a:latin typeface="Arial"/>
                <a:ea typeface="Arial"/>
                <a:cs typeface="Arial"/>
              </a:defRPr>
            </a:lvl3pPr>
            <a:lvl4pPr algn="l">
              <a:defRPr sz="3225" b="1">
                <a:solidFill>
                  <a:srgbClr val="17352B"/>
                </a:solidFill>
                <a:latin typeface="Arial"/>
                <a:ea typeface="Arial"/>
                <a:cs typeface="Arial"/>
              </a:defRPr>
            </a:lvl4pPr>
            <a:lvl5pPr algn="l">
              <a:defRPr sz="3225" b="1">
                <a:solidFill>
                  <a:srgbClr val="17352B"/>
                </a:solidFill>
                <a:latin typeface="Arial"/>
                <a:ea typeface="Arial"/>
                <a:cs typeface="Arial"/>
              </a:defRPr>
            </a:lvl5pPr>
            <a:lvl6pPr algn="l">
              <a:defRPr sz="3225" b="1">
                <a:solidFill>
                  <a:srgbClr val="17352B"/>
                </a:solidFill>
                <a:latin typeface="Arial"/>
                <a:ea typeface="Arial"/>
                <a:cs typeface="Arial"/>
              </a:defRPr>
            </a:lvl6pPr>
            <a:lvl7pPr algn="l">
              <a:defRPr sz="3225" b="1">
                <a:solidFill>
                  <a:srgbClr val="17352B"/>
                </a:solidFill>
                <a:latin typeface="Arial"/>
                <a:ea typeface="Arial"/>
                <a:cs typeface="Arial"/>
              </a:defRPr>
            </a:lvl7pPr>
            <a:lvl8pPr algn="l">
              <a:defRPr sz="3225" b="1">
                <a:solidFill>
                  <a:srgbClr val="17352B"/>
                </a:solidFill>
                <a:latin typeface="Arial"/>
                <a:ea typeface="Arial"/>
                <a:cs typeface="Arial"/>
              </a:defRPr>
            </a:lvl8pPr>
            <a:lvl9pPr algn="l">
              <a:defRPr sz="3225" b="1">
                <a:solidFill>
                  <a:srgbClr val="17352B"/>
                </a:solidFill>
                <a:latin typeface="Arial"/>
                <a:ea typeface="Arial"/>
                <a:cs typeface="Arial"/>
              </a:defRPr>
            </a:lvl9pPr>
          </a:lstStyle>
          <a:p xmlns:a="http://schemas.openxmlformats.org/drawingml/2006/main">
            <a:pPr algn="l">
              <a:defRPr sz="3225" b="1">
                <a:solidFill>
                  <a:srgbClr val="17352B"/>
                </a:solidFill>
                <a:latin typeface="Arial"/>
                <a:ea typeface="Arial"/>
                <a:cs typeface="Arial"/>
              </a:defRPr>
            </a:pPr>
            <a:r>
              <a:rPr sz="3225" b="1">
                <a:solidFill>
                  <a:srgbClr val="17352B"/>
                </a:solidFill>
                <a:latin typeface="Arial"/>
                <a:ea typeface="Arial"/>
                <a:cs typeface="Arial"/>
              </a:rPr>
              <a:t>Năng lực sản phẩm hiện có</a:t>
            </a:r>
          </a:p>
        </p:txBody>
      </p:sp>
      <p:sp>
        <p:nvSpPr>
          <p:cNvPr id="2" name="">
            <a:extLst xmlns:a="http://schemas.openxmlformats.org/drawingml/2006/main">
              <a:ext uri="{FF2B5EF4-FFF2-40B4-BE49-F238E27FC236}">
                <a16:creationId xmlns:a16="http://schemas.microsoft.com/office/drawing/2014/main" id="{81395796-8E1F-4190-8F02-61931033146B}"/>
              </a:ext>
            </a:extLst>
          </p:cNvPr>
          <p:cNvSpPr>
            <a:spLocks xmlns:a="http://schemas.openxmlformats.org/drawingml/2006/main" noGrp="1"/>
          </p:cNvSpPr>
          <p:nvPr/>
        </p:nvSpPr>
        <p:spPr>
          <a:xfrm xmlns:a="http://schemas.openxmlformats.org/drawingml/2006/main">
            <a:off x="704850" y="1200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Các luồng này đã được xây vào mã nguồn; chưa có cửa hàng pilot xác nhận trải nghiệm.</a:t>
            </a:r>
          </a:p>
        </p:txBody>
      </p:sp>
      <p:sp>
        <p:nvSpPr>
          <p:cNvPr id="3" name="">
            <a:extLst xmlns:a="http://schemas.openxmlformats.org/drawingml/2006/main">
              <a:ext uri="{FF2B5EF4-FFF2-40B4-BE49-F238E27FC236}">
                <a16:creationId xmlns:a16="http://schemas.microsoft.com/office/drawing/2014/main" id="{1AA7F460-6195-44F9-BD9A-CBE87DC54CA6}"/>
              </a:ext>
            </a:extLst>
          </p:cNvPr>
          <p:cNvSpPr>
            <a:spLocks xmlns:a="http://schemas.openxmlformats.org/drawingml/2006/main" noGrp="1"/>
          </p:cNvSpPr>
          <p:nvPr/>
        </p:nvSpPr>
        <p:spPr>
          <a:xfrm xmlns:a="http://schemas.openxmlformats.org/drawingml/2006/main">
            <a:off x="685800" y="1781175"/>
            <a:ext cx="5334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764806-4040-42F7-AADE-2EE94D0492F6}"/>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63736B"/>
                </a:solidFill>
                <a:latin typeface="Arial"/>
                <a:ea typeface="Arial"/>
                <a:cs typeface="Arial"/>
              </a:defRPr>
            </a:defPPr>
            <a:lvl1pPr algn="l">
              <a:defRPr sz="975" b="1">
                <a:solidFill>
                  <a:srgbClr val="63736B"/>
                </a:solidFill>
                <a:latin typeface="Arial"/>
                <a:ea typeface="Arial"/>
                <a:cs typeface="Arial"/>
              </a:defRPr>
            </a:lvl1pPr>
            <a:lvl2pPr algn="l">
              <a:defRPr sz="975" b="1">
                <a:solidFill>
                  <a:srgbClr val="63736B"/>
                </a:solidFill>
                <a:latin typeface="Arial"/>
                <a:ea typeface="Arial"/>
                <a:cs typeface="Arial"/>
              </a:defRPr>
            </a:lvl2pPr>
            <a:lvl3pPr algn="l">
              <a:defRPr sz="975" b="1">
                <a:solidFill>
                  <a:srgbClr val="63736B"/>
                </a:solidFill>
                <a:latin typeface="Arial"/>
                <a:ea typeface="Arial"/>
                <a:cs typeface="Arial"/>
              </a:defRPr>
            </a:lvl3pPr>
            <a:lvl4pPr algn="l">
              <a:defRPr sz="975" b="1">
                <a:solidFill>
                  <a:srgbClr val="63736B"/>
                </a:solidFill>
                <a:latin typeface="Arial"/>
                <a:ea typeface="Arial"/>
                <a:cs typeface="Arial"/>
              </a:defRPr>
            </a:lvl4pPr>
            <a:lvl5pPr algn="l">
              <a:defRPr sz="975" b="1">
                <a:solidFill>
                  <a:srgbClr val="63736B"/>
                </a:solidFill>
                <a:latin typeface="Arial"/>
                <a:ea typeface="Arial"/>
                <a:cs typeface="Arial"/>
              </a:defRPr>
            </a:lvl5pPr>
            <a:lvl6pPr algn="l">
              <a:defRPr sz="975" b="1">
                <a:solidFill>
                  <a:srgbClr val="63736B"/>
                </a:solidFill>
                <a:latin typeface="Arial"/>
                <a:ea typeface="Arial"/>
                <a:cs typeface="Arial"/>
              </a:defRPr>
            </a:lvl6pPr>
            <a:lvl7pPr algn="l">
              <a:defRPr sz="975" b="1">
                <a:solidFill>
                  <a:srgbClr val="63736B"/>
                </a:solidFill>
                <a:latin typeface="Arial"/>
                <a:ea typeface="Arial"/>
                <a:cs typeface="Arial"/>
              </a:defRPr>
            </a:lvl7pPr>
            <a:lvl8pPr algn="l">
              <a:defRPr sz="975" b="1">
                <a:solidFill>
                  <a:srgbClr val="63736B"/>
                </a:solidFill>
                <a:latin typeface="Arial"/>
                <a:ea typeface="Arial"/>
                <a:cs typeface="Arial"/>
              </a:defRPr>
            </a:lvl8pPr>
            <a:lvl9pPr algn="l">
              <a:defRPr sz="975" b="1">
                <a:solidFill>
                  <a:srgbClr val="63736B"/>
                </a:solidFill>
                <a:latin typeface="Arial"/>
                <a:ea typeface="Arial"/>
                <a:cs typeface="Arial"/>
              </a:defRPr>
            </a:lvl9pPr>
          </a:lstStyle>
          <a:p xmlns:a="http://schemas.openxmlformats.org/drawingml/2006/main">
            <a:pPr algn="l">
              <a:defRPr sz="975" b="1">
                <a:solidFill>
                  <a:srgbClr val="63736B"/>
                </a:solidFill>
                <a:latin typeface="Arial"/>
                <a:ea typeface="Arial"/>
                <a:cs typeface="Arial"/>
              </a:defRPr>
            </a:pPr>
            <a:r>
              <a:rPr sz="975" b="1">
                <a:solidFill>
                  <a:srgbClr val="63736B"/>
                </a:solidFill>
                <a:latin typeface="Arial"/>
                <a:ea typeface="Arial"/>
                <a:cs typeface="Arial"/>
              </a:rPr>
              <a:t>SLINK  /  HỒ SƠ GIỚI THIỆU SẢN PHẨM</a:t>
            </a:r>
          </a:p>
        </p:txBody>
      </p:sp>
      <p:sp>
        <p:nvSpPr>
          <p:cNvPr id="5" name="">
            <a:extLst xmlns:a="http://schemas.openxmlformats.org/drawingml/2006/main">
              <a:ext uri="{FF2B5EF4-FFF2-40B4-BE49-F238E27FC236}">
                <a16:creationId xmlns:a16="http://schemas.microsoft.com/office/drawing/2014/main" id="{62D9B0B9-A3EB-4F23-A99B-A03737040987}"/>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63736B"/>
                </a:solidFill>
                <a:latin typeface="Arial"/>
                <a:ea typeface="Arial"/>
                <a:cs typeface="Arial"/>
              </a:defRPr>
            </a:defPPr>
            <a:lvl1pPr algn="r">
              <a:defRPr sz="975" b="1">
                <a:solidFill>
                  <a:srgbClr val="63736B"/>
                </a:solidFill>
                <a:latin typeface="Arial"/>
                <a:ea typeface="Arial"/>
                <a:cs typeface="Arial"/>
              </a:defRPr>
            </a:lvl1pPr>
            <a:lvl2pPr algn="r">
              <a:defRPr sz="975" b="1">
                <a:solidFill>
                  <a:srgbClr val="63736B"/>
                </a:solidFill>
                <a:latin typeface="Arial"/>
                <a:ea typeface="Arial"/>
                <a:cs typeface="Arial"/>
              </a:defRPr>
            </a:lvl2pPr>
            <a:lvl3pPr algn="r">
              <a:defRPr sz="975" b="1">
                <a:solidFill>
                  <a:srgbClr val="63736B"/>
                </a:solidFill>
                <a:latin typeface="Arial"/>
                <a:ea typeface="Arial"/>
                <a:cs typeface="Arial"/>
              </a:defRPr>
            </a:lvl3pPr>
            <a:lvl4pPr algn="r">
              <a:defRPr sz="975" b="1">
                <a:solidFill>
                  <a:srgbClr val="63736B"/>
                </a:solidFill>
                <a:latin typeface="Arial"/>
                <a:ea typeface="Arial"/>
                <a:cs typeface="Arial"/>
              </a:defRPr>
            </a:lvl4pPr>
            <a:lvl5pPr algn="r">
              <a:defRPr sz="975" b="1">
                <a:solidFill>
                  <a:srgbClr val="63736B"/>
                </a:solidFill>
                <a:latin typeface="Arial"/>
                <a:ea typeface="Arial"/>
                <a:cs typeface="Arial"/>
              </a:defRPr>
            </a:lvl5pPr>
            <a:lvl6pPr algn="r">
              <a:defRPr sz="975" b="1">
                <a:solidFill>
                  <a:srgbClr val="63736B"/>
                </a:solidFill>
                <a:latin typeface="Arial"/>
                <a:ea typeface="Arial"/>
                <a:cs typeface="Arial"/>
              </a:defRPr>
            </a:lvl6pPr>
            <a:lvl7pPr algn="r">
              <a:defRPr sz="975" b="1">
                <a:solidFill>
                  <a:srgbClr val="63736B"/>
                </a:solidFill>
                <a:latin typeface="Arial"/>
                <a:ea typeface="Arial"/>
                <a:cs typeface="Arial"/>
              </a:defRPr>
            </a:lvl7pPr>
            <a:lvl8pPr algn="r">
              <a:defRPr sz="975" b="1">
                <a:solidFill>
                  <a:srgbClr val="63736B"/>
                </a:solidFill>
                <a:latin typeface="Arial"/>
                <a:ea typeface="Arial"/>
                <a:cs typeface="Arial"/>
              </a:defRPr>
            </a:lvl8pPr>
            <a:lvl9pPr algn="r">
              <a:defRPr sz="975" b="1">
                <a:solidFill>
                  <a:srgbClr val="63736B"/>
                </a:solidFill>
                <a:latin typeface="Arial"/>
                <a:ea typeface="Arial"/>
                <a:cs typeface="Arial"/>
              </a:defRPr>
            </a:lvl9pPr>
          </a:lstStyle>
          <a:p xmlns:a="http://schemas.openxmlformats.org/drawingml/2006/main">
            <a:pPr algn="r">
              <a:defRPr sz="975" b="1">
                <a:solidFill>
                  <a:srgbClr val="63736B"/>
                </a:solidFill>
                <a:latin typeface="Arial"/>
                <a:ea typeface="Arial"/>
                <a:cs typeface="Arial"/>
              </a:defRPr>
            </a:pPr>
            <a:r>
              <a:rPr sz="975" b="1">
                <a:solidFill>
                  <a:srgbClr val="63736B"/>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79114C24-A31D-4A8D-9648-D302BFE7F470}"/>
              </a:ext>
            </a:extLst>
          </p:cNvPr>
          <p:cNvSpPr>
            <a:spLocks xmlns:a="http://schemas.openxmlformats.org/drawingml/2006/main" noGrp="1"/>
          </p:cNvSpPr>
          <p:nvPr/>
        </p:nvSpPr>
        <p:spPr>
          <a:xfrm xmlns:a="http://schemas.openxmlformats.org/drawingml/2006/main">
            <a:off x="781050" y="22479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1">
                <a:solidFill>
                  <a:srgbClr val="123F35"/>
                </a:solidFill>
                <a:latin typeface="Arial"/>
                <a:ea typeface="Arial"/>
                <a:cs typeface="Arial"/>
              </a:defRPr>
            </a:defPPr>
            <a:lvl1pPr algn="l">
              <a:defRPr sz="2325" b="1">
                <a:solidFill>
                  <a:srgbClr val="123F35"/>
                </a:solidFill>
                <a:latin typeface="Arial"/>
                <a:ea typeface="Arial"/>
                <a:cs typeface="Arial"/>
              </a:defRPr>
            </a:lvl1pPr>
            <a:lvl2pPr algn="l">
              <a:defRPr sz="2325" b="1">
                <a:solidFill>
                  <a:srgbClr val="123F35"/>
                </a:solidFill>
                <a:latin typeface="Arial"/>
                <a:ea typeface="Arial"/>
                <a:cs typeface="Arial"/>
              </a:defRPr>
            </a:lvl2pPr>
            <a:lvl3pPr algn="l">
              <a:defRPr sz="2325" b="1">
                <a:solidFill>
                  <a:srgbClr val="123F35"/>
                </a:solidFill>
                <a:latin typeface="Arial"/>
                <a:ea typeface="Arial"/>
                <a:cs typeface="Arial"/>
              </a:defRPr>
            </a:lvl3pPr>
            <a:lvl4pPr algn="l">
              <a:defRPr sz="2325" b="1">
                <a:solidFill>
                  <a:srgbClr val="123F35"/>
                </a:solidFill>
                <a:latin typeface="Arial"/>
                <a:ea typeface="Arial"/>
                <a:cs typeface="Arial"/>
              </a:defRPr>
            </a:lvl4pPr>
            <a:lvl5pPr algn="l">
              <a:defRPr sz="2325" b="1">
                <a:solidFill>
                  <a:srgbClr val="123F35"/>
                </a:solidFill>
                <a:latin typeface="Arial"/>
                <a:ea typeface="Arial"/>
                <a:cs typeface="Arial"/>
              </a:defRPr>
            </a:lvl5pPr>
            <a:lvl6pPr algn="l">
              <a:defRPr sz="2325" b="1">
                <a:solidFill>
                  <a:srgbClr val="123F35"/>
                </a:solidFill>
                <a:latin typeface="Arial"/>
                <a:ea typeface="Arial"/>
                <a:cs typeface="Arial"/>
              </a:defRPr>
            </a:lvl6pPr>
            <a:lvl7pPr algn="l">
              <a:defRPr sz="2325" b="1">
                <a:solidFill>
                  <a:srgbClr val="123F35"/>
                </a:solidFill>
                <a:latin typeface="Arial"/>
                <a:ea typeface="Arial"/>
                <a:cs typeface="Arial"/>
              </a:defRPr>
            </a:lvl7pPr>
            <a:lvl8pPr algn="l">
              <a:defRPr sz="2325" b="1">
                <a:solidFill>
                  <a:srgbClr val="123F35"/>
                </a:solidFill>
                <a:latin typeface="Arial"/>
                <a:ea typeface="Arial"/>
                <a:cs typeface="Arial"/>
              </a:defRPr>
            </a:lvl8pPr>
            <a:lvl9pPr algn="l">
              <a:defRPr sz="2325" b="1">
                <a:solidFill>
                  <a:srgbClr val="123F35"/>
                </a:solidFill>
                <a:latin typeface="Arial"/>
                <a:ea typeface="Arial"/>
                <a:cs typeface="Arial"/>
              </a:defRPr>
            </a:lvl9pPr>
          </a:lstStyle>
          <a:p xmlns:a="http://schemas.openxmlformats.org/drawingml/2006/main">
            <a:pPr algn="l">
              <a:defRPr sz="2325" b="1">
                <a:solidFill>
                  <a:srgbClr val="123F35"/>
                </a:solidFill>
                <a:latin typeface="Arial"/>
                <a:ea typeface="Arial"/>
                <a:cs typeface="Arial"/>
              </a:defRPr>
            </a:pPr>
            <a:r>
              <a:rPr sz="2325" b="1">
                <a:solidFill>
                  <a:srgbClr val="123F35"/>
                </a:solidFill>
                <a:latin typeface="Arial"/>
                <a:ea typeface="Arial"/>
                <a:cs typeface="Arial"/>
              </a:rPr>
              <a:t>Bán hàng</a:t>
            </a:r>
          </a:p>
        </p:txBody>
      </p:sp>
      <p:sp>
        <p:nvSpPr>
          <p:cNvPr id="7" name="">
            <a:extLst xmlns:a="http://schemas.openxmlformats.org/drawingml/2006/main">
              <a:ext uri="{FF2B5EF4-FFF2-40B4-BE49-F238E27FC236}">
                <a16:creationId xmlns:a16="http://schemas.microsoft.com/office/drawing/2014/main" id="{1EF834AF-9DB1-46E5-AE26-D936BD8258A9}"/>
              </a:ext>
            </a:extLst>
          </p:cNvPr>
          <p:cNvSpPr>
            <a:spLocks xmlns:a="http://schemas.openxmlformats.org/drawingml/2006/main" noGrp="1"/>
          </p:cNvSpPr>
          <p:nvPr/>
        </p:nvSpPr>
        <p:spPr>
          <a:xfrm xmlns:a="http://schemas.openxmlformats.org/drawingml/2006/main">
            <a:off x="781050" y="2781300"/>
            <a:ext cx="6096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C01A1D2-A58E-43CD-8663-E639A323E141}"/>
              </a:ext>
            </a:extLst>
          </p:cNvPr>
          <p:cNvSpPr>
            <a:spLocks xmlns:a="http://schemas.openxmlformats.org/drawingml/2006/main" noGrp="1"/>
          </p:cNvSpPr>
          <p:nvPr/>
        </p:nvSpPr>
        <p:spPr>
          <a:xfrm xmlns:a="http://schemas.openxmlformats.org/drawingml/2006/main">
            <a:off x="781050" y="3228975"/>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3EDE768-72E4-4972-A10E-CBC7871DBDEB}"/>
              </a:ext>
            </a:extLst>
          </p:cNvPr>
          <p:cNvSpPr>
            <a:spLocks xmlns:a="http://schemas.openxmlformats.org/drawingml/2006/main" noGrp="1"/>
          </p:cNvSpPr>
          <p:nvPr/>
        </p:nvSpPr>
        <p:spPr>
          <a:xfrm xmlns:a="http://schemas.openxmlformats.org/drawingml/2006/main">
            <a:off x="1009650" y="3143250"/>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POS và nhiều phương thức thanh toán</a:t>
            </a:r>
          </a:p>
        </p:txBody>
      </p:sp>
      <p:sp>
        <p:nvSpPr>
          <p:cNvPr id="10" name="">
            <a:extLst xmlns:a="http://schemas.openxmlformats.org/drawingml/2006/main">
              <a:ext uri="{FF2B5EF4-FFF2-40B4-BE49-F238E27FC236}">
                <a16:creationId xmlns:a16="http://schemas.microsoft.com/office/drawing/2014/main" id="{2518DD45-B102-46FA-A88D-049A58CE08FB}"/>
              </a:ext>
            </a:extLst>
          </p:cNvPr>
          <p:cNvSpPr>
            <a:spLocks xmlns:a="http://schemas.openxmlformats.org/drawingml/2006/main" noGrp="1"/>
          </p:cNvSpPr>
          <p:nvPr/>
        </p:nvSpPr>
        <p:spPr>
          <a:xfrm xmlns:a="http://schemas.openxmlformats.org/drawingml/2006/main">
            <a:off x="781050" y="4019550"/>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39639A-8EBB-4AD0-B76F-14480C29BE1A}"/>
              </a:ext>
            </a:extLst>
          </p:cNvPr>
          <p:cNvSpPr>
            <a:spLocks xmlns:a="http://schemas.openxmlformats.org/drawingml/2006/main" noGrp="1"/>
          </p:cNvSpPr>
          <p:nvPr/>
        </p:nvSpPr>
        <p:spPr>
          <a:xfrm xmlns:a="http://schemas.openxmlformats.org/drawingml/2006/main">
            <a:off x="1009650" y="3933825"/>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Trả hàng, hoàn tiền, lịch sử đơn</a:t>
            </a:r>
          </a:p>
        </p:txBody>
      </p:sp>
      <p:sp>
        <p:nvSpPr>
          <p:cNvPr id="12" name="">
            <a:extLst xmlns:a="http://schemas.openxmlformats.org/drawingml/2006/main">
              <a:ext uri="{FF2B5EF4-FFF2-40B4-BE49-F238E27FC236}">
                <a16:creationId xmlns:a16="http://schemas.microsoft.com/office/drawing/2014/main" id="{0CC371C1-068A-45FE-9CC6-CFE0D6C5175F}"/>
              </a:ext>
            </a:extLst>
          </p:cNvPr>
          <p:cNvSpPr>
            <a:spLocks xmlns:a="http://schemas.openxmlformats.org/drawingml/2006/main" noGrp="1"/>
          </p:cNvSpPr>
          <p:nvPr/>
        </p:nvSpPr>
        <p:spPr>
          <a:xfrm xmlns:a="http://schemas.openxmlformats.org/drawingml/2006/main">
            <a:off x="781050" y="4810125"/>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43213AF-81E8-4C57-A7EB-5FE3C08464B0}"/>
              </a:ext>
            </a:extLst>
          </p:cNvPr>
          <p:cNvSpPr>
            <a:spLocks xmlns:a="http://schemas.openxmlformats.org/drawingml/2006/main" noGrp="1"/>
          </p:cNvSpPr>
          <p:nvPr/>
        </p:nvSpPr>
        <p:spPr>
          <a:xfrm xmlns:a="http://schemas.openxmlformats.org/drawingml/2006/main">
            <a:off x="1009650" y="4724400"/>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Mã voucher cố định / phần trăm¹</a:t>
            </a:r>
          </a:p>
        </p:txBody>
      </p:sp>
      <p:sp>
        <p:nvSpPr>
          <p:cNvPr id="14" name="">
            <a:extLst xmlns:a="http://schemas.openxmlformats.org/drawingml/2006/main">
              <a:ext uri="{FF2B5EF4-FFF2-40B4-BE49-F238E27FC236}">
                <a16:creationId xmlns:a16="http://schemas.microsoft.com/office/drawing/2014/main" id="{3121FA32-3895-46E1-A644-2B732B3628B9}"/>
              </a:ext>
            </a:extLst>
          </p:cNvPr>
          <p:cNvSpPr>
            <a:spLocks xmlns:a="http://schemas.openxmlformats.org/drawingml/2006/main" noGrp="1"/>
          </p:cNvSpPr>
          <p:nvPr/>
        </p:nvSpPr>
        <p:spPr>
          <a:xfrm xmlns:a="http://schemas.openxmlformats.org/drawingml/2006/main">
            <a:off x="4162425" y="2190750"/>
            <a:ext cx="9525" cy="3333750"/>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54FC243-CB66-497D-BD59-848147225018}"/>
              </a:ext>
            </a:extLst>
          </p:cNvPr>
          <p:cNvSpPr>
            <a:spLocks xmlns:a="http://schemas.openxmlformats.org/drawingml/2006/main" noGrp="1"/>
          </p:cNvSpPr>
          <p:nvPr/>
        </p:nvSpPr>
        <p:spPr>
          <a:xfrm xmlns:a="http://schemas.openxmlformats.org/drawingml/2006/main">
            <a:off x="4524375" y="22479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1">
                <a:solidFill>
                  <a:srgbClr val="123F35"/>
                </a:solidFill>
                <a:latin typeface="Arial"/>
                <a:ea typeface="Arial"/>
                <a:cs typeface="Arial"/>
              </a:defRPr>
            </a:defPPr>
            <a:lvl1pPr algn="l">
              <a:defRPr sz="2325" b="1">
                <a:solidFill>
                  <a:srgbClr val="123F35"/>
                </a:solidFill>
                <a:latin typeface="Arial"/>
                <a:ea typeface="Arial"/>
                <a:cs typeface="Arial"/>
              </a:defRPr>
            </a:lvl1pPr>
            <a:lvl2pPr algn="l">
              <a:defRPr sz="2325" b="1">
                <a:solidFill>
                  <a:srgbClr val="123F35"/>
                </a:solidFill>
                <a:latin typeface="Arial"/>
                <a:ea typeface="Arial"/>
                <a:cs typeface="Arial"/>
              </a:defRPr>
            </a:lvl2pPr>
            <a:lvl3pPr algn="l">
              <a:defRPr sz="2325" b="1">
                <a:solidFill>
                  <a:srgbClr val="123F35"/>
                </a:solidFill>
                <a:latin typeface="Arial"/>
                <a:ea typeface="Arial"/>
                <a:cs typeface="Arial"/>
              </a:defRPr>
            </a:lvl3pPr>
            <a:lvl4pPr algn="l">
              <a:defRPr sz="2325" b="1">
                <a:solidFill>
                  <a:srgbClr val="123F35"/>
                </a:solidFill>
                <a:latin typeface="Arial"/>
                <a:ea typeface="Arial"/>
                <a:cs typeface="Arial"/>
              </a:defRPr>
            </a:lvl4pPr>
            <a:lvl5pPr algn="l">
              <a:defRPr sz="2325" b="1">
                <a:solidFill>
                  <a:srgbClr val="123F35"/>
                </a:solidFill>
                <a:latin typeface="Arial"/>
                <a:ea typeface="Arial"/>
                <a:cs typeface="Arial"/>
              </a:defRPr>
            </a:lvl5pPr>
            <a:lvl6pPr algn="l">
              <a:defRPr sz="2325" b="1">
                <a:solidFill>
                  <a:srgbClr val="123F35"/>
                </a:solidFill>
                <a:latin typeface="Arial"/>
                <a:ea typeface="Arial"/>
                <a:cs typeface="Arial"/>
              </a:defRPr>
            </a:lvl6pPr>
            <a:lvl7pPr algn="l">
              <a:defRPr sz="2325" b="1">
                <a:solidFill>
                  <a:srgbClr val="123F35"/>
                </a:solidFill>
                <a:latin typeface="Arial"/>
                <a:ea typeface="Arial"/>
                <a:cs typeface="Arial"/>
              </a:defRPr>
            </a:lvl7pPr>
            <a:lvl8pPr algn="l">
              <a:defRPr sz="2325" b="1">
                <a:solidFill>
                  <a:srgbClr val="123F35"/>
                </a:solidFill>
                <a:latin typeface="Arial"/>
                <a:ea typeface="Arial"/>
                <a:cs typeface="Arial"/>
              </a:defRPr>
            </a:lvl8pPr>
            <a:lvl9pPr algn="l">
              <a:defRPr sz="2325" b="1">
                <a:solidFill>
                  <a:srgbClr val="123F35"/>
                </a:solidFill>
                <a:latin typeface="Arial"/>
                <a:ea typeface="Arial"/>
                <a:cs typeface="Arial"/>
              </a:defRPr>
            </a:lvl9pPr>
          </a:lstStyle>
          <a:p xmlns:a="http://schemas.openxmlformats.org/drawingml/2006/main">
            <a:pPr algn="l">
              <a:defRPr sz="2325" b="1">
                <a:solidFill>
                  <a:srgbClr val="123F35"/>
                </a:solidFill>
                <a:latin typeface="Arial"/>
                <a:ea typeface="Arial"/>
                <a:cs typeface="Arial"/>
              </a:defRPr>
            </a:pPr>
            <a:r>
              <a:rPr sz="2325" b="1">
                <a:solidFill>
                  <a:srgbClr val="123F35"/>
                </a:solidFill>
                <a:latin typeface="Arial"/>
                <a:ea typeface="Arial"/>
                <a:cs typeface="Arial"/>
              </a:rPr>
              <a:t>Vận hành</a:t>
            </a:r>
          </a:p>
        </p:txBody>
      </p:sp>
      <p:sp>
        <p:nvSpPr>
          <p:cNvPr id="16" name="">
            <a:extLst xmlns:a="http://schemas.openxmlformats.org/drawingml/2006/main">
              <a:ext uri="{FF2B5EF4-FFF2-40B4-BE49-F238E27FC236}">
                <a16:creationId xmlns:a16="http://schemas.microsoft.com/office/drawing/2014/main" id="{D5721A4B-DEA2-4D80-9E22-5F181B6E089F}"/>
              </a:ext>
            </a:extLst>
          </p:cNvPr>
          <p:cNvSpPr>
            <a:spLocks xmlns:a="http://schemas.openxmlformats.org/drawingml/2006/main" noGrp="1"/>
          </p:cNvSpPr>
          <p:nvPr/>
        </p:nvSpPr>
        <p:spPr>
          <a:xfrm xmlns:a="http://schemas.openxmlformats.org/drawingml/2006/main">
            <a:off x="4524375" y="2781300"/>
            <a:ext cx="609600" cy="47625"/>
          </a:xfrm>
          <a:prstGeom xmlns:a="http://schemas.openxmlformats.org/drawingml/2006/main" prst="roundRect">
            <a:avLst>
              <a:gd name="adj" fmla="val 40000"/>
            </a:avLst>
          </a:prstGeom>
          <a:solidFill xmlns:a="http://schemas.openxmlformats.org/drawingml/2006/main">
            <a:srgbClr val="A95D4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4EBA05F-C76B-456E-B564-BE9F6AA21438}"/>
              </a:ext>
            </a:extLst>
          </p:cNvPr>
          <p:cNvSpPr>
            <a:spLocks xmlns:a="http://schemas.openxmlformats.org/drawingml/2006/main" noGrp="1"/>
          </p:cNvSpPr>
          <p:nvPr/>
        </p:nvSpPr>
        <p:spPr>
          <a:xfrm xmlns:a="http://schemas.openxmlformats.org/drawingml/2006/main">
            <a:off x="4524375" y="3228975"/>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E4C789-B35F-420F-9850-2C29CE1ED398}"/>
              </a:ext>
            </a:extLst>
          </p:cNvPr>
          <p:cNvSpPr>
            <a:spLocks xmlns:a="http://schemas.openxmlformats.org/drawingml/2006/main" noGrp="1"/>
          </p:cNvSpPr>
          <p:nvPr/>
        </p:nvSpPr>
        <p:spPr>
          <a:xfrm xmlns:a="http://schemas.openxmlformats.org/drawingml/2006/main">
            <a:off x="4752975" y="3143250"/>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Danh mục, CSV, tồn và chuyển kho</a:t>
            </a:r>
          </a:p>
        </p:txBody>
      </p:sp>
      <p:sp>
        <p:nvSpPr>
          <p:cNvPr id="19" name="">
            <a:extLst xmlns:a="http://schemas.openxmlformats.org/drawingml/2006/main">
              <a:ext uri="{FF2B5EF4-FFF2-40B4-BE49-F238E27FC236}">
                <a16:creationId xmlns:a16="http://schemas.microsoft.com/office/drawing/2014/main" id="{7ADE02FA-206F-450B-ACCD-A5CD69CBCA1E}"/>
              </a:ext>
            </a:extLst>
          </p:cNvPr>
          <p:cNvSpPr>
            <a:spLocks xmlns:a="http://schemas.openxmlformats.org/drawingml/2006/main" noGrp="1"/>
          </p:cNvSpPr>
          <p:nvPr/>
        </p:nvSpPr>
        <p:spPr>
          <a:xfrm xmlns:a="http://schemas.openxmlformats.org/drawingml/2006/main">
            <a:off x="4524375" y="4019550"/>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FAE4AFE-3F87-4715-8F8D-266CAB9E23AA}"/>
              </a:ext>
            </a:extLst>
          </p:cNvPr>
          <p:cNvSpPr>
            <a:spLocks xmlns:a="http://schemas.openxmlformats.org/drawingml/2006/main" noGrp="1"/>
          </p:cNvSpPr>
          <p:nvPr/>
        </p:nvSpPr>
        <p:spPr>
          <a:xfrm xmlns:a="http://schemas.openxmlformats.org/drawingml/2006/main">
            <a:off x="4752975" y="3933825"/>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Đơn mua, nhận hàng, giá vốn</a:t>
            </a:r>
          </a:p>
        </p:txBody>
      </p:sp>
      <p:sp>
        <p:nvSpPr>
          <p:cNvPr id="21" name="">
            <a:extLst xmlns:a="http://schemas.openxmlformats.org/drawingml/2006/main">
              <a:ext uri="{FF2B5EF4-FFF2-40B4-BE49-F238E27FC236}">
                <a16:creationId xmlns:a16="http://schemas.microsoft.com/office/drawing/2014/main" id="{2B47E269-5123-4293-A082-7F5E5916989C}"/>
              </a:ext>
            </a:extLst>
          </p:cNvPr>
          <p:cNvSpPr>
            <a:spLocks xmlns:a="http://schemas.openxmlformats.org/drawingml/2006/main" noGrp="1"/>
          </p:cNvSpPr>
          <p:nvPr/>
        </p:nvSpPr>
        <p:spPr>
          <a:xfrm xmlns:a="http://schemas.openxmlformats.org/drawingml/2006/main">
            <a:off x="4524375" y="4810125"/>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0736B48-3ACD-4470-9E0E-CA0F0BCCEE9B}"/>
              </a:ext>
            </a:extLst>
          </p:cNvPr>
          <p:cNvSpPr>
            <a:spLocks xmlns:a="http://schemas.openxmlformats.org/drawingml/2006/main" noGrp="1"/>
          </p:cNvSpPr>
          <p:nvPr/>
        </p:nvSpPr>
        <p:spPr>
          <a:xfrm xmlns:a="http://schemas.openxmlformats.org/drawingml/2006/main">
            <a:off x="4752975" y="4724400"/>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Công nợ khách / nhà cung cấp, ca quỹ</a:t>
            </a:r>
          </a:p>
        </p:txBody>
      </p:sp>
      <p:sp>
        <p:nvSpPr>
          <p:cNvPr id="23" name="">
            <a:extLst xmlns:a="http://schemas.openxmlformats.org/drawingml/2006/main">
              <a:ext uri="{FF2B5EF4-FFF2-40B4-BE49-F238E27FC236}">
                <a16:creationId xmlns:a16="http://schemas.microsoft.com/office/drawing/2014/main" id="{1F606954-D40C-4103-9528-7BF7FE2D0B60}"/>
              </a:ext>
            </a:extLst>
          </p:cNvPr>
          <p:cNvSpPr>
            <a:spLocks xmlns:a="http://schemas.openxmlformats.org/drawingml/2006/main" noGrp="1"/>
          </p:cNvSpPr>
          <p:nvPr/>
        </p:nvSpPr>
        <p:spPr>
          <a:xfrm xmlns:a="http://schemas.openxmlformats.org/drawingml/2006/main">
            <a:off x="7905750" y="2190750"/>
            <a:ext cx="9525" cy="3333750"/>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BC6A6B7-8CE7-48B9-B3FE-0543057025DD}"/>
              </a:ext>
            </a:extLst>
          </p:cNvPr>
          <p:cNvSpPr>
            <a:spLocks xmlns:a="http://schemas.openxmlformats.org/drawingml/2006/main" noGrp="1"/>
          </p:cNvSpPr>
          <p:nvPr/>
        </p:nvSpPr>
        <p:spPr>
          <a:xfrm xmlns:a="http://schemas.openxmlformats.org/drawingml/2006/main">
            <a:off x="8267700" y="224790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325" b="1">
                <a:solidFill>
                  <a:srgbClr val="123F35"/>
                </a:solidFill>
                <a:latin typeface="Arial"/>
                <a:ea typeface="Arial"/>
                <a:cs typeface="Arial"/>
              </a:defRPr>
            </a:defPPr>
            <a:lvl1pPr algn="l">
              <a:defRPr sz="2325" b="1">
                <a:solidFill>
                  <a:srgbClr val="123F35"/>
                </a:solidFill>
                <a:latin typeface="Arial"/>
                <a:ea typeface="Arial"/>
                <a:cs typeface="Arial"/>
              </a:defRPr>
            </a:lvl1pPr>
            <a:lvl2pPr algn="l">
              <a:defRPr sz="2325" b="1">
                <a:solidFill>
                  <a:srgbClr val="123F35"/>
                </a:solidFill>
                <a:latin typeface="Arial"/>
                <a:ea typeface="Arial"/>
                <a:cs typeface="Arial"/>
              </a:defRPr>
            </a:lvl2pPr>
            <a:lvl3pPr algn="l">
              <a:defRPr sz="2325" b="1">
                <a:solidFill>
                  <a:srgbClr val="123F35"/>
                </a:solidFill>
                <a:latin typeface="Arial"/>
                <a:ea typeface="Arial"/>
                <a:cs typeface="Arial"/>
              </a:defRPr>
            </a:lvl3pPr>
            <a:lvl4pPr algn="l">
              <a:defRPr sz="2325" b="1">
                <a:solidFill>
                  <a:srgbClr val="123F35"/>
                </a:solidFill>
                <a:latin typeface="Arial"/>
                <a:ea typeface="Arial"/>
                <a:cs typeface="Arial"/>
              </a:defRPr>
            </a:lvl4pPr>
            <a:lvl5pPr algn="l">
              <a:defRPr sz="2325" b="1">
                <a:solidFill>
                  <a:srgbClr val="123F35"/>
                </a:solidFill>
                <a:latin typeface="Arial"/>
                <a:ea typeface="Arial"/>
                <a:cs typeface="Arial"/>
              </a:defRPr>
            </a:lvl5pPr>
            <a:lvl6pPr algn="l">
              <a:defRPr sz="2325" b="1">
                <a:solidFill>
                  <a:srgbClr val="123F35"/>
                </a:solidFill>
                <a:latin typeface="Arial"/>
                <a:ea typeface="Arial"/>
                <a:cs typeface="Arial"/>
              </a:defRPr>
            </a:lvl6pPr>
            <a:lvl7pPr algn="l">
              <a:defRPr sz="2325" b="1">
                <a:solidFill>
                  <a:srgbClr val="123F35"/>
                </a:solidFill>
                <a:latin typeface="Arial"/>
                <a:ea typeface="Arial"/>
                <a:cs typeface="Arial"/>
              </a:defRPr>
            </a:lvl7pPr>
            <a:lvl8pPr algn="l">
              <a:defRPr sz="2325" b="1">
                <a:solidFill>
                  <a:srgbClr val="123F35"/>
                </a:solidFill>
                <a:latin typeface="Arial"/>
                <a:ea typeface="Arial"/>
                <a:cs typeface="Arial"/>
              </a:defRPr>
            </a:lvl8pPr>
            <a:lvl9pPr algn="l">
              <a:defRPr sz="2325" b="1">
                <a:solidFill>
                  <a:srgbClr val="123F35"/>
                </a:solidFill>
                <a:latin typeface="Arial"/>
                <a:ea typeface="Arial"/>
                <a:cs typeface="Arial"/>
              </a:defRPr>
            </a:lvl9pPr>
          </a:lstStyle>
          <a:p xmlns:a="http://schemas.openxmlformats.org/drawingml/2006/main">
            <a:pPr algn="l">
              <a:defRPr sz="2325" b="1">
                <a:solidFill>
                  <a:srgbClr val="123F35"/>
                </a:solidFill>
                <a:latin typeface="Arial"/>
                <a:ea typeface="Arial"/>
                <a:cs typeface="Arial"/>
              </a:defRPr>
            </a:pPr>
            <a:r>
              <a:rPr sz="2325" b="1">
                <a:solidFill>
                  <a:srgbClr val="123F35"/>
                </a:solidFill>
                <a:latin typeface="Arial"/>
                <a:ea typeface="Arial"/>
                <a:cs typeface="Arial"/>
              </a:rPr>
              <a:t>Kiểm soát</a:t>
            </a:r>
          </a:p>
        </p:txBody>
      </p:sp>
      <p:sp>
        <p:nvSpPr>
          <p:cNvPr id="25" name="">
            <a:extLst xmlns:a="http://schemas.openxmlformats.org/drawingml/2006/main">
              <a:ext uri="{FF2B5EF4-FFF2-40B4-BE49-F238E27FC236}">
                <a16:creationId xmlns:a16="http://schemas.microsoft.com/office/drawing/2014/main" id="{FCB991D4-BFB6-4CE6-A8FB-3991B61C77B2}"/>
              </a:ext>
            </a:extLst>
          </p:cNvPr>
          <p:cNvSpPr>
            <a:spLocks xmlns:a="http://schemas.openxmlformats.org/drawingml/2006/main" noGrp="1"/>
          </p:cNvSpPr>
          <p:nvPr/>
        </p:nvSpPr>
        <p:spPr>
          <a:xfrm xmlns:a="http://schemas.openxmlformats.org/drawingml/2006/main">
            <a:off x="8267700" y="2781300"/>
            <a:ext cx="6096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E200CE8-A727-43D8-82A4-73DD39520A40}"/>
              </a:ext>
            </a:extLst>
          </p:cNvPr>
          <p:cNvSpPr>
            <a:spLocks xmlns:a="http://schemas.openxmlformats.org/drawingml/2006/main" noGrp="1"/>
          </p:cNvSpPr>
          <p:nvPr/>
        </p:nvSpPr>
        <p:spPr>
          <a:xfrm xmlns:a="http://schemas.openxmlformats.org/drawingml/2006/main">
            <a:off x="8267700" y="3228975"/>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BBC597D-4823-42FA-A54C-A4A8D4926E8B}"/>
              </a:ext>
            </a:extLst>
          </p:cNvPr>
          <p:cNvSpPr>
            <a:spLocks xmlns:a="http://schemas.openxmlformats.org/drawingml/2006/main" noGrp="1"/>
          </p:cNvSpPr>
          <p:nvPr/>
        </p:nvSpPr>
        <p:spPr>
          <a:xfrm xmlns:a="http://schemas.openxmlformats.org/drawingml/2006/main">
            <a:off x="8496300" y="3143250"/>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Phân quyền nhân viên theo cửa hàng</a:t>
            </a:r>
          </a:p>
        </p:txBody>
      </p:sp>
      <p:sp>
        <p:nvSpPr>
          <p:cNvPr id="28" name="">
            <a:extLst xmlns:a="http://schemas.openxmlformats.org/drawingml/2006/main">
              <a:ext uri="{FF2B5EF4-FFF2-40B4-BE49-F238E27FC236}">
                <a16:creationId xmlns:a16="http://schemas.microsoft.com/office/drawing/2014/main" id="{9248D8F9-8753-41BC-ADED-E3F27D4FD1E3}"/>
              </a:ext>
            </a:extLst>
          </p:cNvPr>
          <p:cNvSpPr>
            <a:spLocks xmlns:a="http://schemas.openxmlformats.org/drawingml/2006/main" noGrp="1"/>
          </p:cNvSpPr>
          <p:nvPr/>
        </p:nvSpPr>
        <p:spPr>
          <a:xfrm xmlns:a="http://schemas.openxmlformats.org/drawingml/2006/main">
            <a:off x="8267700" y="4019550"/>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E6ACF42-249D-45C4-A817-06558C01051C}"/>
              </a:ext>
            </a:extLst>
          </p:cNvPr>
          <p:cNvSpPr>
            <a:spLocks xmlns:a="http://schemas.openxmlformats.org/drawingml/2006/main" noGrp="1"/>
          </p:cNvSpPr>
          <p:nvPr/>
        </p:nvSpPr>
        <p:spPr>
          <a:xfrm xmlns:a="http://schemas.openxmlformats.org/drawingml/2006/main">
            <a:off x="8496300" y="3933825"/>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Giao dịch chống gửi trùng</a:t>
            </a:r>
          </a:p>
        </p:txBody>
      </p:sp>
      <p:sp>
        <p:nvSpPr>
          <p:cNvPr id="30" name="">
            <a:extLst xmlns:a="http://schemas.openxmlformats.org/drawingml/2006/main">
              <a:ext uri="{FF2B5EF4-FFF2-40B4-BE49-F238E27FC236}">
                <a16:creationId xmlns:a16="http://schemas.microsoft.com/office/drawing/2014/main" id="{17E48F43-592B-42CB-82DF-84CACCC5E721}"/>
              </a:ext>
            </a:extLst>
          </p:cNvPr>
          <p:cNvSpPr>
            <a:spLocks xmlns:a="http://schemas.openxmlformats.org/drawingml/2006/main" noGrp="1"/>
          </p:cNvSpPr>
          <p:nvPr/>
        </p:nvSpPr>
        <p:spPr>
          <a:xfrm xmlns:a="http://schemas.openxmlformats.org/drawingml/2006/main">
            <a:off x="8267700" y="4810125"/>
            <a:ext cx="76200" cy="76200"/>
          </a:xfrm>
          <a:prstGeom xmlns:a="http://schemas.openxmlformats.org/drawingml/2006/main" prst="roundRect">
            <a:avLst>
              <a:gd name="adj" fmla="val 50000"/>
            </a:avLst>
          </a:prstGeom>
          <a:solidFill xmlns:a="http://schemas.openxmlformats.org/drawingml/2006/main">
            <a:srgbClr val="275B4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E99A3AC-93B5-400A-8E31-986196D84BA8}"/>
              </a:ext>
            </a:extLst>
          </p:cNvPr>
          <p:cNvSpPr>
            <a:spLocks xmlns:a="http://schemas.openxmlformats.org/drawingml/2006/main" noGrp="1"/>
          </p:cNvSpPr>
          <p:nvPr/>
        </p:nvSpPr>
        <p:spPr>
          <a:xfrm xmlns:a="http://schemas.openxmlformats.org/drawingml/2006/main">
            <a:off x="8496300" y="4724400"/>
            <a:ext cx="30289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17352B"/>
                </a:solidFill>
                <a:latin typeface="Arial"/>
                <a:ea typeface="Arial"/>
                <a:cs typeface="Arial"/>
              </a:defRPr>
            </a:defPPr>
            <a:lvl1pPr algn="l">
              <a:defRPr sz="1575" b="0">
                <a:solidFill>
                  <a:srgbClr val="17352B"/>
                </a:solidFill>
                <a:latin typeface="Arial"/>
                <a:ea typeface="Arial"/>
                <a:cs typeface="Arial"/>
              </a:defRPr>
            </a:lvl1pPr>
            <a:lvl2pPr algn="l">
              <a:defRPr sz="1575" b="0">
                <a:solidFill>
                  <a:srgbClr val="17352B"/>
                </a:solidFill>
                <a:latin typeface="Arial"/>
                <a:ea typeface="Arial"/>
                <a:cs typeface="Arial"/>
              </a:defRPr>
            </a:lvl2pPr>
            <a:lvl3pPr algn="l">
              <a:defRPr sz="1575" b="0">
                <a:solidFill>
                  <a:srgbClr val="17352B"/>
                </a:solidFill>
                <a:latin typeface="Arial"/>
                <a:ea typeface="Arial"/>
                <a:cs typeface="Arial"/>
              </a:defRPr>
            </a:lvl3pPr>
            <a:lvl4pPr algn="l">
              <a:defRPr sz="1575" b="0">
                <a:solidFill>
                  <a:srgbClr val="17352B"/>
                </a:solidFill>
                <a:latin typeface="Arial"/>
                <a:ea typeface="Arial"/>
                <a:cs typeface="Arial"/>
              </a:defRPr>
            </a:lvl4pPr>
            <a:lvl5pPr algn="l">
              <a:defRPr sz="1575" b="0">
                <a:solidFill>
                  <a:srgbClr val="17352B"/>
                </a:solidFill>
                <a:latin typeface="Arial"/>
                <a:ea typeface="Arial"/>
                <a:cs typeface="Arial"/>
              </a:defRPr>
            </a:lvl5pPr>
            <a:lvl6pPr algn="l">
              <a:defRPr sz="1575" b="0">
                <a:solidFill>
                  <a:srgbClr val="17352B"/>
                </a:solidFill>
                <a:latin typeface="Arial"/>
                <a:ea typeface="Arial"/>
                <a:cs typeface="Arial"/>
              </a:defRPr>
            </a:lvl6pPr>
            <a:lvl7pPr algn="l">
              <a:defRPr sz="1575" b="0">
                <a:solidFill>
                  <a:srgbClr val="17352B"/>
                </a:solidFill>
                <a:latin typeface="Arial"/>
                <a:ea typeface="Arial"/>
                <a:cs typeface="Arial"/>
              </a:defRPr>
            </a:lvl7pPr>
            <a:lvl8pPr algn="l">
              <a:defRPr sz="1575" b="0">
                <a:solidFill>
                  <a:srgbClr val="17352B"/>
                </a:solidFill>
                <a:latin typeface="Arial"/>
                <a:ea typeface="Arial"/>
                <a:cs typeface="Arial"/>
              </a:defRPr>
            </a:lvl8pPr>
            <a:lvl9pPr algn="l">
              <a:defRPr sz="1575" b="0">
                <a:solidFill>
                  <a:srgbClr val="17352B"/>
                </a:solidFill>
                <a:latin typeface="Arial"/>
                <a:ea typeface="Arial"/>
                <a:cs typeface="Arial"/>
              </a:defRPr>
            </a:lvl9pPr>
          </a:lstStyle>
          <a:p xmlns:a="http://schemas.openxmlformats.org/drawingml/2006/main">
            <a:pPr algn="l">
              <a:defRPr sz="1575" b="0">
                <a:solidFill>
                  <a:srgbClr val="17352B"/>
                </a:solidFill>
                <a:latin typeface="Arial"/>
                <a:ea typeface="Arial"/>
                <a:cs typeface="Arial"/>
              </a:defRPr>
            </a:pPr>
            <a:r>
              <a:rPr sz="1575" b="0">
                <a:solidFill>
                  <a:srgbClr val="17352B"/>
                </a:solidFill>
                <a:latin typeface="Arial"/>
                <a:ea typeface="Arial"/>
                <a:cs typeface="Arial"/>
              </a:rPr>
              <a:t>Lịch sử và chính sách tách dữ liệu</a:t>
            </a:r>
          </a:p>
        </p:txBody>
      </p:sp>
      <p:sp>
        <p:nvSpPr>
          <p:cNvPr id="32" name="">
            <a:extLst xmlns:a="http://schemas.openxmlformats.org/drawingml/2006/main">
              <a:ext uri="{FF2B5EF4-FFF2-40B4-BE49-F238E27FC236}">
                <a16:creationId xmlns:a16="http://schemas.microsoft.com/office/drawing/2014/main" id="{73DA9324-BA30-4645-B425-A937B26BCB5C}"/>
              </a:ext>
            </a:extLst>
          </p:cNvPr>
          <p:cNvSpPr>
            <a:spLocks xmlns:a="http://schemas.openxmlformats.org/drawingml/2006/main" noGrp="1"/>
          </p:cNvSpPr>
          <p:nvPr/>
        </p:nvSpPr>
        <p:spPr>
          <a:xfrm xmlns:a="http://schemas.openxmlformats.org/drawingml/2006/main">
            <a:off x="781050" y="575310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A95D42"/>
                </a:solidFill>
                <a:latin typeface="Arial"/>
                <a:ea typeface="Arial"/>
                <a:cs typeface="Arial"/>
              </a:defRPr>
            </a:defPPr>
            <a:lvl1pPr algn="l">
              <a:defRPr sz="1125" b="0">
                <a:solidFill>
                  <a:srgbClr val="A95D42"/>
                </a:solidFill>
                <a:latin typeface="Arial"/>
                <a:ea typeface="Arial"/>
                <a:cs typeface="Arial"/>
              </a:defRPr>
            </a:lvl1pPr>
            <a:lvl2pPr algn="l">
              <a:defRPr sz="1125" b="0">
                <a:solidFill>
                  <a:srgbClr val="A95D42"/>
                </a:solidFill>
                <a:latin typeface="Arial"/>
                <a:ea typeface="Arial"/>
                <a:cs typeface="Arial"/>
              </a:defRPr>
            </a:lvl2pPr>
            <a:lvl3pPr algn="l">
              <a:defRPr sz="1125" b="0">
                <a:solidFill>
                  <a:srgbClr val="A95D42"/>
                </a:solidFill>
                <a:latin typeface="Arial"/>
                <a:ea typeface="Arial"/>
                <a:cs typeface="Arial"/>
              </a:defRPr>
            </a:lvl3pPr>
            <a:lvl4pPr algn="l">
              <a:defRPr sz="1125" b="0">
                <a:solidFill>
                  <a:srgbClr val="A95D42"/>
                </a:solidFill>
                <a:latin typeface="Arial"/>
                <a:ea typeface="Arial"/>
                <a:cs typeface="Arial"/>
              </a:defRPr>
            </a:lvl4pPr>
            <a:lvl5pPr algn="l">
              <a:defRPr sz="1125" b="0">
                <a:solidFill>
                  <a:srgbClr val="A95D42"/>
                </a:solidFill>
                <a:latin typeface="Arial"/>
                <a:ea typeface="Arial"/>
                <a:cs typeface="Arial"/>
              </a:defRPr>
            </a:lvl5pPr>
            <a:lvl6pPr algn="l">
              <a:defRPr sz="1125" b="0">
                <a:solidFill>
                  <a:srgbClr val="A95D42"/>
                </a:solidFill>
                <a:latin typeface="Arial"/>
                <a:ea typeface="Arial"/>
                <a:cs typeface="Arial"/>
              </a:defRPr>
            </a:lvl6pPr>
            <a:lvl7pPr algn="l">
              <a:defRPr sz="1125" b="0">
                <a:solidFill>
                  <a:srgbClr val="A95D42"/>
                </a:solidFill>
                <a:latin typeface="Arial"/>
                <a:ea typeface="Arial"/>
                <a:cs typeface="Arial"/>
              </a:defRPr>
            </a:lvl7pPr>
            <a:lvl8pPr algn="l">
              <a:defRPr sz="1125" b="0">
                <a:solidFill>
                  <a:srgbClr val="A95D42"/>
                </a:solidFill>
                <a:latin typeface="Arial"/>
                <a:ea typeface="Arial"/>
                <a:cs typeface="Arial"/>
              </a:defRPr>
            </a:lvl8pPr>
            <a:lvl9pPr algn="l">
              <a:defRPr sz="1125" b="0">
                <a:solidFill>
                  <a:srgbClr val="A95D42"/>
                </a:solidFill>
                <a:latin typeface="Arial"/>
                <a:ea typeface="Arial"/>
                <a:cs typeface="Arial"/>
              </a:defRPr>
            </a:lvl9pPr>
          </a:lstStyle>
          <a:p xmlns:a="http://schemas.openxmlformats.org/drawingml/2006/main">
            <a:pPr algn="l">
              <a:defRPr sz="1125" b="0">
                <a:solidFill>
                  <a:srgbClr val="A95D42"/>
                </a:solidFill>
                <a:latin typeface="Arial"/>
                <a:ea typeface="Arial"/>
                <a:cs typeface="Arial"/>
              </a:defRPr>
            </a:pPr>
            <a:r>
              <a:rPr sz="1125" b="0">
                <a:solidFill>
                  <a:srgbClr val="A95D42"/>
                </a:solidFill>
                <a:latin typeface="Arial"/>
                <a:ea typeface="Arial"/>
                <a:cs typeface="Arial"/>
              </a:rPr>
              <a:t>¹ Voucher đã có trong nhánh làm việc; cần chạy migration 0018 trên CSDL thật sau bản sao lưu đã xác minh.</a:t>
            </a:r>
          </a:p>
        </p:txBody>
      </p:sp>
    </p:spTree>
    <p:extLst>
      <p:ext uri="{BB962C8B-B14F-4D97-AF65-F5344CB8AC3E}">
        <p14:creationId xmlns:p14="http://schemas.microsoft.com/office/powerpoint/2010/main" val="375716309"/>
      </p:ext>
    </p:extLst>
  </p:cSld>
</p:sld>
</file>

<file path=ppt/slides/slide5.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5" name="slide-5-title">
            <a:extLst xmlns:a="http://schemas.openxmlformats.org/drawingml/2006/main">
              <a:ext uri="{FF2B5EF4-FFF2-40B4-BE49-F238E27FC236}">
                <a16:creationId xmlns:a16="http://schemas.microsoft.com/office/drawing/2014/main" id="{B71C0E9E-D6C7-4F45-AF34-7CE9FA116844}"/>
              </a:ext>
            </a:extLst>
          </p:cNvPr>
          <p:cNvSpPr>
            <a:spLocks xmlns:a="http://schemas.openxmlformats.org/drawingml/2006/main" noGrp="1"/>
          </p:cNvSpPr>
          <p:nvPr/>
        </p:nvSpPr>
        <p:spPr>
          <a:xfrm xmlns:a="http://schemas.openxmlformats.org/drawingml/2006/main">
            <a:off x="685800" y="514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225" b="1">
                <a:solidFill>
                  <a:srgbClr val="17352B"/>
                </a:solidFill>
                <a:latin typeface="Arial"/>
                <a:ea typeface="Arial"/>
                <a:cs typeface="Arial"/>
              </a:defRPr>
            </a:defPPr>
            <a:lvl1pPr algn="l">
              <a:defRPr sz="3225" b="1">
                <a:solidFill>
                  <a:srgbClr val="17352B"/>
                </a:solidFill>
                <a:latin typeface="Arial"/>
                <a:ea typeface="Arial"/>
                <a:cs typeface="Arial"/>
              </a:defRPr>
            </a:lvl1pPr>
            <a:lvl2pPr algn="l">
              <a:defRPr sz="3225" b="1">
                <a:solidFill>
                  <a:srgbClr val="17352B"/>
                </a:solidFill>
                <a:latin typeface="Arial"/>
                <a:ea typeface="Arial"/>
                <a:cs typeface="Arial"/>
              </a:defRPr>
            </a:lvl2pPr>
            <a:lvl3pPr algn="l">
              <a:defRPr sz="3225" b="1">
                <a:solidFill>
                  <a:srgbClr val="17352B"/>
                </a:solidFill>
                <a:latin typeface="Arial"/>
                <a:ea typeface="Arial"/>
                <a:cs typeface="Arial"/>
              </a:defRPr>
            </a:lvl3pPr>
            <a:lvl4pPr algn="l">
              <a:defRPr sz="3225" b="1">
                <a:solidFill>
                  <a:srgbClr val="17352B"/>
                </a:solidFill>
                <a:latin typeface="Arial"/>
                <a:ea typeface="Arial"/>
                <a:cs typeface="Arial"/>
              </a:defRPr>
            </a:lvl4pPr>
            <a:lvl5pPr algn="l">
              <a:defRPr sz="3225" b="1">
                <a:solidFill>
                  <a:srgbClr val="17352B"/>
                </a:solidFill>
                <a:latin typeface="Arial"/>
                <a:ea typeface="Arial"/>
                <a:cs typeface="Arial"/>
              </a:defRPr>
            </a:lvl5pPr>
            <a:lvl6pPr algn="l">
              <a:defRPr sz="3225" b="1">
                <a:solidFill>
                  <a:srgbClr val="17352B"/>
                </a:solidFill>
                <a:latin typeface="Arial"/>
                <a:ea typeface="Arial"/>
                <a:cs typeface="Arial"/>
              </a:defRPr>
            </a:lvl6pPr>
            <a:lvl7pPr algn="l">
              <a:defRPr sz="3225" b="1">
                <a:solidFill>
                  <a:srgbClr val="17352B"/>
                </a:solidFill>
                <a:latin typeface="Arial"/>
                <a:ea typeface="Arial"/>
                <a:cs typeface="Arial"/>
              </a:defRPr>
            </a:lvl7pPr>
            <a:lvl8pPr algn="l">
              <a:defRPr sz="3225" b="1">
                <a:solidFill>
                  <a:srgbClr val="17352B"/>
                </a:solidFill>
                <a:latin typeface="Arial"/>
                <a:ea typeface="Arial"/>
                <a:cs typeface="Arial"/>
              </a:defRPr>
            </a:lvl8pPr>
            <a:lvl9pPr algn="l">
              <a:defRPr sz="3225" b="1">
                <a:solidFill>
                  <a:srgbClr val="17352B"/>
                </a:solidFill>
                <a:latin typeface="Arial"/>
                <a:ea typeface="Arial"/>
                <a:cs typeface="Arial"/>
              </a:defRPr>
            </a:lvl9pPr>
          </a:lstStyle>
          <a:p xmlns:a="http://schemas.openxmlformats.org/drawingml/2006/main">
            <a:pPr algn="l">
              <a:defRPr sz="3225" b="1">
                <a:solidFill>
                  <a:srgbClr val="17352B"/>
                </a:solidFill>
                <a:latin typeface="Arial"/>
                <a:ea typeface="Arial"/>
                <a:cs typeface="Arial"/>
              </a:defRPr>
            </a:pPr>
            <a:r>
              <a:rPr sz="3225" b="1">
                <a:solidFill>
                  <a:srgbClr val="17352B"/>
                </a:solidFill>
                <a:latin typeface="Arial"/>
                <a:ea typeface="Arial"/>
                <a:cs typeface="Arial"/>
              </a:rPr>
              <a:t>Bằng chứng hiện có và phần còn mở</a:t>
            </a:r>
          </a:p>
        </p:txBody>
      </p:sp>
      <p:sp>
        <p:nvSpPr>
          <p:cNvPr id="2" name="">
            <a:extLst xmlns:a="http://schemas.openxmlformats.org/drawingml/2006/main">
              <a:ext uri="{FF2B5EF4-FFF2-40B4-BE49-F238E27FC236}">
                <a16:creationId xmlns:a16="http://schemas.microsoft.com/office/drawing/2014/main" id="{8FDC3A35-12F0-4D3D-A404-6200B7C9E89A}"/>
              </a:ext>
            </a:extLst>
          </p:cNvPr>
          <p:cNvSpPr>
            <a:spLocks xmlns:a="http://schemas.openxmlformats.org/drawingml/2006/main" noGrp="1"/>
          </p:cNvSpPr>
          <p:nvPr/>
        </p:nvSpPr>
        <p:spPr>
          <a:xfrm xmlns:a="http://schemas.openxmlformats.org/drawingml/2006/main">
            <a:off x="704850" y="1200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Phân biệt kiểm tra dữ liệu cô lập với việc nghiệm thu trên cửa hàng thật.</a:t>
            </a:r>
          </a:p>
        </p:txBody>
      </p:sp>
      <p:sp>
        <p:nvSpPr>
          <p:cNvPr id="3" name="">
            <a:extLst xmlns:a="http://schemas.openxmlformats.org/drawingml/2006/main">
              <a:ext uri="{FF2B5EF4-FFF2-40B4-BE49-F238E27FC236}">
                <a16:creationId xmlns:a16="http://schemas.microsoft.com/office/drawing/2014/main" id="{41A86DFC-0DBA-4C81-A583-8B75B7421AF7}"/>
              </a:ext>
            </a:extLst>
          </p:cNvPr>
          <p:cNvSpPr>
            <a:spLocks xmlns:a="http://schemas.openxmlformats.org/drawingml/2006/main" noGrp="1"/>
          </p:cNvSpPr>
          <p:nvPr/>
        </p:nvSpPr>
        <p:spPr>
          <a:xfrm xmlns:a="http://schemas.openxmlformats.org/drawingml/2006/main">
            <a:off x="685800" y="1781175"/>
            <a:ext cx="5334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AF4D8C-F3D1-4989-86B1-F922C8D06752}"/>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63736B"/>
                </a:solidFill>
                <a:latin typeface="Arial"/>
                <a:ea typeface="Arial"/>
                <a:cs typeface="Arial"/>
              </a:defRPr>
            </a:defPPr>
            <a:lvl1pPr algn="l">
              <a:defRPr sz="975" b="1">
                <a:solidFill>
                  <a:srgbClr val="63736B"/>
                </a:solidFill>
                <a:latin typeface="Arial"/>
                <a:ea typeface="Arial"/>
                <a:cs typeface="Arial"/>
              </a:defRPr>
            </a:lvl1pPr>
            <a:lvl2pPr algn="l">
              <a:defRPr sz="975" b="1">
                <a:solidFill>
                  <a:srgbClr val="63736B"/>
                </a:solidFill>
                <a:latin typeface="Arial"/>
                <a:ea typeface="Arial"/>
                <a:cs typeface="Arial"/>
              </a:defRPr>
            </a:lvl2pPr>
            <a:lvl3pPr algn="l">
              <a:defRPr sz="975" b="1">
                <a:solidFill>
                  <a:srgbClr val="63736B"/>
                </a:solidFill>
                <a:latin typeface="Arial"/>
                <a:ea typeface="Arial"/>
                <a:cs typeface="Arial"/>
              </a:defRPr>
            </a:lvl3pPr>
            <a:lvl4pPr algn="l">
              <a:defRPr sz="975" b="1">
                <a:solidFill>
                  <a:srgbClr val="63736B"/>
                </a:solidFill>
                <a:latin typeface="Arial"/>
                <a:ea typeface="Arial"/>
                <a:cs typeface="Arial"/>
              </a:defRPr>
            </a:lvl4pPr>
            <a:lvl5pPr algn="l">
              <a:defRPr sz="975" b="1">
                <a:solidFill>
                  <a:srgbClr val="63736B"/>
                </a:solidFill>
                <a:latin typeface="Arial"/>
                <a:ea typeface="Arial"/>
                <a:cs typeface="Arial"/>
              </a:defRPr>
            </a:lvl5pPr>
            <a:lvl6pPr algn="l">
              <a:defRPr sz="975" b="1">
                <a:solidFill>
                  <a:srgbClr val="63736B"/>
                </a:solidFill>
                <a:latin typeface="Arial"/>
                <a:ea typeface="Arial"/>
                <a:cs typeface="Arial"/>
              </a:defRPr>
            </a:lvl6pPr>
            <a:lvl7pPr algn="l">
              <a:defRPr sz="975" b="1">
                <a:solidFill>
                  <a:srgbClr val="63736B"/>
                </a:solidFill>
                <a:latin typeface="Arial"/>
                <a:ea typeface="Arial"/>
                <a:cs typeface="Arial"/>
              </a:defRPr>
            </a:lvl7pPr>
            <a:lvl8pPr algn="l">
              <a:defRPr sz="975" b="1">
                <a:solidFill>
                  <a:srgbClr val="63736B"/>
                </a:solidFill>
                <a:latin typeface="Arial"/>
                <a:ea typeface="Arial"/>
                <a:cs typeface="Arial"/>
              </a:defRPr>
            </a:lvl8pPr>
            <a:lvl9pPr algn="l">
              <a:defRPr sz="975" b="1">
                <a:solidFill>
                  <a:srgbClr val="63736B"/>
                </a:solidFill>
                <a:latin typeface="Arial"/>
                <a:ea typeface="Arial"/>
                <a:cs typeface="Arial"/>
              </a:defRPr>
            </a:lvl9pPr>
          </a:lstStyle>
          <a:p xmlns:a="http://schemas.openxmlformats.org/drawingml/2006/main">
            <a:pPr algn="l">
              <a:defRPr sz="975" b="1">
                <a:solidFill>
                  <a:srgbClr val="63736B"/>
                </a:solidFill>
                <a:latin typeface="Arial"/>
                <a:ea typeface="Arial"/>
                <a:cs typeface="Arial"/>
              </a:defRPr>
            </a:pPr>
            <a:r>
              <a:rPr sz="975" b="1">
                <a:solidFill>
                  <a:srgbClr val="63736B"/>
                </a:solidFill>
                <a:latin typeface="Arial"/>
                <a:ea typeface="Arial"/>
                <a:cs typeface="Arial"/>
              </a:rPr>
              <a:t>SLINK  /  HỒ SƠ GIỚI THIỆU SẢN PHẨM</a:t>
            </a:r>
          </a:p>
        </p:txBody>
      </p:sp>
      <p:sp>
        <p:nvSpPr>
          <p:cNvPr id="5" name="">
            <a:extLst xmlns:a="http://schemas.openxmlformats.org/drawingml/2006/main">
              <a:ext uri="{FF2B5EF4-FFF2-40B4-BE49-F238E27FC236}">
                <a16:creationId xmlns:a16="http://schemas.microsoft.com/office/drawing/2014/main" id="{EC52715A-138F-46C8-927B-229443E45F15}"/>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63736B"/>
                </a:solidFill>
                <a:latin typeface="Arial"/>
                <a:ea typeface="Arial"/>
                <a:cs typeface="Arial"/>
              </a:defRPr>
            </a:defPPr>
            <a:lvl1pPr algn="r">
              <a:defRPr sz="975" b="1">
                <a:solidFill>
                  <a:srgbClr val="63736B"/>
                </a:solidFill>
                <a:latin typeface="Arial"/>
                <a:ea typeface="Arial"/>
                <a:cs typeface="Arial"/>
              </a:defRPr>
            </a:lvl1pPr>
            <a:lvl2pPr algn="r">
              <a:defRPr sz="975" b="1">
                <a:solidFill>
                  <a:srgbClr val="63736B"/>
                </a:solidFill>
                <a:latin typeface="Arial"/>
                <a:ea typeface="Arial"/>
                <a:cs typeface="Arial"/>
              </a:defRPr>
            </a:lvl2pPr>
            <a:lvl3pPr algn="r">
              <a:defRPr sz="975" b="1">
                <a:solidFill>
                  <a:srgbClr val="63736B"/>
                </a:solidFill>
                <a:latin typeface="Arial"/>
                <a:ea typeface="Arial"/>
                <a:cs typeface="Arial"/>
              </a:defRPr>
            </a:lvl3pPr>
            <a:lvl4pPr algn="r">
              <a:defRPr sz="975" b="1">
                <a:solidFill>
                  <a:srgbClr val="63736B"/>
                </a:solidFill>
                <a:latin typeface="Arial"/>
                <a:ea typeface="Arial"/>
                <a:cs typeface="Arial"/>
              </a:defRPr>
            </a:lvl4pPr>
            <a:lvl5pPr algn="r">
              <a:defRPr sz="975" b="1">
                <a:solidFill>
                  <a:srgbClr val="63736B"/>
                </a:solidFill>
                <a:latin typeface="Arial"/>
                <a:ea typeface="Arial"/>
                <a:cs typeface="Arial"/>
              </a:defRPr>
            </a:lvl5pPr>
            <a:lvl6pPr algn="r">
              <a:defRPr sz="975" b="1">
                <a:solidFill>
                  <a:srgbClr val="63736B"/>
                </a:solidFill>
                <a:latin typeface="Arial"/>
                <a:ea typeface="Arial"/>
                <a:cs typeface="Arial"/>
              </a:defRPr>
            </a:lvl6pPr>
            <a:lvl7pPr algn="r">
              <a:defRPr sz="975" b="1">
                <a:solidFill>
                  <a:srgbClr val="63736B"/>
                </a:solidFill>
                <a:latin typeface="Arial"/>
                <a:ea typeface="Arial"/>
                <a:cs typeface="Arial"/>
              </a:defRPr>
            </a:lvl7pPr>
            <a:lvl8pPr algn="r">
              <a:defRPr sz="975" b="1">
                <a:solidFill>
                  <a:srgbClr val="63736B"/>
                </a:solidFill>
                <a:latin typeface="Arial"/>
                <a:ea typeface="Arial"/>
                <a:cs typeface="Arial"/>
              </a:defRPr>
            </a:lvl8pPr>
            <a:lvl9pPr algn="r">
              <a:defRPr sz="975" b="1">
                <a:solidFill>
                  <a:srgbClr val="63736B"/>
                </a:solidFill>
                <a:latin typeface="Arial"/>
                <a:ea typeface="Arial"/>
                <a:cs typeface="Arial"/>
              </a:defRPr>
            </a:lvl9pPr>
          </a:lstStyle>
          <a:p xmlns:a="http://schemas.openxmlformats.org/drawingml/2006/main">
            <a:pPr algn="r">
              <a:defRPr sz="975" b="1">
                <a:solidFill>
                  <a:srgbClr val="63736B"/>
                </a:solidFill>
                <a:latin typeface="Arial"/>
                <a:ea typeface="Arial"/>
                <a:cs typeface="Arial"/>
              </a:defRPr>
            </a:pPr>
            <a:r>
              <a:rPr sz="975" b="1">
                <a:solidFill>
                  <a:srgbClr val="63736B"/>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8F0C16D1-18F3-4BC2-8DA9-75133D2AEA1F}"/>
              </a:ext>
            </a:extLst>
          </p:cNvPr>
          <p:cNvSpPr>
            <a:spLocks xmlns:a="http://schemas.openxmlformats.org/drawingml/2006/main" noGrp="1"/>
          </p:cNvSpPr>
          <p:nvPr/>
        </p:nvSpPr>
        <p:spPr>
          <a:xfrm xmlns:a="http://schemas.openxmlformats.org/drawingml/2006/main">
            <a:off x="819150" y="2324100"/>
            <a:ext cx="2190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6150" b="1">
                <a:solidFill>
                  <a:srgbClr val="123F35"/>
                </a:solidFill>
                <a:latin typeface="Arial"/>
                <a:ea typeface="Arial"/>
                <a:cs typeface="Arial"/>
              </a:defRPr>
            </a:defPPr>
            <a:lvl1pPr algn="l">
              <a:defRPr sz="6150" b="1">
                <a:solidFill>
                  <a:srgbClr val="123F35"/>
                </a:solidFill>
                <a:latin typeface="Arial"/>
                <a:ea typeface="Arial"/>
                <a:cs typeface="Arial"/>
              </a:defRPr>
            </a:lvl1pPr>
            <a:lvl2pPr algn="l">
              <a:defRPr sz="6150" b="1">
                <a:solidFill>
                  <a:srgbClr val="123F35"/>
                </a:solidFill>
                <a:latin typeface="Arial"/>
                <a:ea typeface="Arial"/>
                <a:cs typeface="Arial"/>
              </a:defRPr>
            </a:lvl2pPr>
            <a:lvl3pPr algn="l">
              <a:defRPr sz="6150" b="1">
                <a:solidFill>
                  <a:srgbClr val="123F35"/>
                </a:solidFill>
                <a:latin typeface="Arial"/>
                <a:ea typeface="Arial"/>
                <a:cs typeface="Arial"/>
              </a:defRPr>
            </a:lvl3pPr>
            <a:lvl4pPr algn="l">
              <a:defRPr sz="6150" b="1">
                <a:solidFill>
                  <a:srgbClr val="123F35"/>
                </a:solidFill>
                <a:latin typeface="Arial"/>
                <a:ea typeface="Arial"/>
                <a:cs typeface="Arial"/>
              </a:defRPr>
            </a:lvl4pPr>
            <a:lvl5pPr algn="l">
              <a:defRPr sz="6150" b="1">
                <a:solidFill>
                  <a:srgbClr val="123F35"/>
                </a:solidFill>
                <a:latin typeface="Arial"/>
                <a:ea typeface="Arial"/>
                <a:cs typeface="Arial"/>
              </a:defRPr>
            </a:lvl5pPr>
            <a:lvl6pPr algn="l">
              <a:defRPr sz="6150" b="1">
                <a:solidFill>
                  <a:srgbClr val="123F35"/>
                </a:solidFill>
                <a:latin typeface="Arial"/>
                <a:ea typeface="Arial"/>
                <a:cs typeface="Arial"/>
              </a:defRPr>
            </a:lvl6pPr>
            <a:lvl7pPr algn="l">
              <a:defRPr sz="6150" b="1">
                <a:solidFill>
                  <a:srgbClr val="123F35"/>
                </a:solidFill>
                <a:latin typeface="Arial"/>
                <a:ea typeface="Arial"/>
                <a:cs typeface="Arial"/>
              </a:defRPr>
            </a:lvl7pPr>
            <a:lvl8pPr algn="l">
              <a:defRPr sz="6150" b="1">
                <a:solidFill>
                  <a:srgbClr val="123F35"/>
                </a:solidFill>
                <a:latin typeface="Arial"/>
                <a:ea typeface="Arial"/>
                <a:cs typeface="Arial"/>
              </a:defRPr>
            </a:lvl8pPr>
            <a:lvl9pPr algn="l">
              <a:defRPr sz="6150" b="1">
                <a:solidFill>
                  <a:srgbClr val="123F35"/>
                </a:solidFill>
                <a:latin typeface="Arial"/>
                <a:ea typeface="Arial"/>
                <a:cs typeface="Arial"/>
              </a:defRPr>
            </a:lvl9pPr>
          </a:lstStyle>
          <a:p xmlns:a="http://schemas.openxmlformats.org/drawingml/2006/main">
            <a:pPr algn="l">
              <a:defRPr sz="6150" b="1">
                <a:solidFill>
                  <a:srgbClr val="123F35"/>
                </a:solidFill>
                <a:latin typeface="Arial"/>
                <a:ea typeface="Arial"/>
                <a:cs typeface="Arial"/>
              </a:defRPr>
            </a:pPr>
            <a:r>
              <a:rPr sz="6150" b="1">
                <a:solidFill>
                  <a:srgbClr val="123F35"/>
                </a:solidFill>
                <a:latin typeface="Arial"/>
                <a:ea typeface="Arial"/>
                <a:cs typeface="Arial"/>
              </a:rPr>
              <a:t>0017</a:t>
            </a:r>
          </a:p>
        </p:txBody>
      </p:sp>
      <p:sp>
        <p:nvSpPr>
          <p:cNvPr id="7" name="">
            <a:extLst xmlns:a="http://schemas.openxmlformats.org/drawingml/2006/main">
              <a:ext uri="{FF2B5EF4-FFF2-40B4-BE49-F238E27FC236}">
                <a16:creationId xmlns:a16="http://schemas.microsoft.com/office/drawing/2014/main" id="{4D0EBB26-AED7-47E4-98DB-27B97F8A1BD3}"/>
              </a:ext>
            </a:extLst>
          </p:cNvPr>
          <p:cNvSpPr>
            <a:spLocks xmlns:a="http://schemas.openxmlformats.org/drawingml/2006/main" noGrp="1"/>
          </p:cNvSpPr>
          <p:nvPr/>
        </p:nvSpPr>
        <p:spPr>
          <a:xfrm xmlns:a="http://schemas.openxmlformats.org/drawingml/2006/main">
            <a:off x="876300" y="3352800"/>
            <a:ext cx="4191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17352B"/>
                </a:solidFill>
                <a:latin typeface="Arial"/>
                <a:ea typeface="Arial"/>
                <a:cs typeface="Arial"/>
              </a:defRPr>
            </a:defPPr>
            <a:lvl1pPr algn="l">
              <a:defRPr sz="1650" b="1">
                <a:solidFill>
                  <a:srgbClr val="17352B"/>
                </a:solidFill>
                <a:latin typeface="Arial"/>
                <a:ea typeface="Arial"/>
                <a:cs typeface="Arial"/>
              </a:defRPr>
            </a:lvl1pPr>
            <a:lvl2pPr algn="l">
              <a:defRPr sz="1650" b="1">
                <a:solidFill>
                  <a:srgbClr val="17352B"/>
                </a:solidFill>
                <a:latin typeface="Arial"/>
                <a:ea typeface="Arial"/>
                <a:cs typeface="Arial"/>
              </a:defRPr>
            </a:lvl2pPr>
            <a:lvl3pPr algn="l">
              <a:defRPr sz="1650" b="1">
                <a:solidFill>
                  <a:srgbClr val="17352B"/>
                </a:solidFill>
                <a:latin typeface="Arial"/>
                <a:ea typeface="Arial"/>
                <a:cs typeface="Arial"/>
              </a:defRPr>
            </a:lvl3pPr>
            <a:lvl4pPr algn="l">
              <a:defRPr sz="1650" b="1">
                <a:solidFill>
                  <a:srgbClr val="17352B"/>
                </a:solidFill>
                <a:latin typeface="Arial"/>
                <a:ea typeface="Arial"/>
                <a:cs typeface="Arial"/>
              </a:defRPr>
            </a:lvl4pPr>
            <a:lvl5pPr algn="l">
              <a:defRPr sz="1650" b="1">
                <a:solidFill>
                  <a:srgbClr val="17352B"/>
                </a:solidFill>
                <a:latin typeface="Arial"/>
                <a:ea typeface="Arial"/>
                <a:cs typeface="Arial"/>
              </a:defRPr>
            </a:lvl5pPr>
            <a:lvl6pPr algn="l">
              <a:defRPr sz="1650" b="1">
                <a:solidFill>
                  <a:srgbClr val="17352B"/>
                </a:solidFill>
                <a:latin typeface="Arial"/>
                <a:ea typeface="Arial"/>
                <a:cs typeface="Arial"/>
              </a:defRPr>
            </a:lvl6pPr>
            <a:lvl7pPr algn="l">
              <a:defRPr sz="1650" b="1">
                <a:solidFill>
                  <a:srgbClr val="17352B"/>
                </a:solidFill>
                <a:latin typeface="Arial"/>
                <a:ea typeface="Arial"/>
                <a:cs typeface="Arial"/>
              </a:defRPr>
            </a:lvl7pPr>
            <a:lvl8pPr algn="l">
              <a:defRPr sz="1650" b="1">
                <a:solidFill>
                  <a:srgbClr val="17352B"/>
                </a:solidFill>
                <a:latin typeface="Arial"/>
                <a:ea typeface="Arial"/>
                <a:cs typeface="Arial"/>
              </a:defRPr>
            </a:lvl8pPr>
            <a:lvl9pPr algn="l">
              <a:defRPr sz="1650" b="1">
                <a:solidFill>
                  <a:srgbClr val="17352B"/>
                </a:solidFill>
                <a:latin typeface="Arial"/>
                <a:ea typeface="Arial"/>
                <a:cs typeface="Arial"/>
              </a:defRPr>
            </a:lvl9pPr>
          </a:lstStyle>
          <a:p xmlns:a="http://schemas.openxmlformats.org/drawingml/2006/main">
            <a:pPr algn="l">
              <a:defRPr sz="1650" b="1">
                <a:solidFill>
                  <a:srgbClr val="17352B"/>
                </a:solidFill>
                <a:latin typeface="Arial"/>
                <a:ea typeface="Arial"/>
                <a:cs typeface="Arial"/>
              </a:defRPr>
            </a:pPr>
            <a:r>
              <a:rPr sz="1650" b="1">
                <a:solidFill>
                  <a:srgbClr val="17352B"/>
                </a:solidFill>
                <a:latin typeface="Arial"/>
                <a:ea typeface="Arial"/>
                <a:cs typeface="Arial"/>
              </a:rPr>
              <a:t>Mốc CSDL PostgreSQL local đã được ghi nhận</a:t>
            </a:r>
          </a:p>
        </p:txBody>
      </p:sp>
      <p:sp>
        <p:nvSpPr>
          <p:cNvPr id="8" name="">
            <a:extLst xmlns:a="http://schemas.openxmlformats.org/drawingml/2006/main">
              <a:ext uri="{FF2B5EF4-FFF2-40B4-BE49-F238E27FC236}">
                <a16:creationId xmlns:a16="http://schemas.microsoft.com/office/drawing/2014/main" id="{B42EAA03-0EE9-4C04-B4B9-69D614DBCF3E}"/>
              </a:ext>
            </a:extLst>
          </p:cNvPr>
          <p:cNvSpPr>
            <a:spLocks xmlns:a="http://schemas.openxmlformats.org/drawingml/2006/main" noGrp="1"/>
          </p:cNvSpPr>
          <p:nvPr/>
        </p:nvSpPr>
        <p:spPr>
          <a:xfrm xmlns:a="http://schemas.openxmlformats.org/drawingml/2006/main">
            <a:off x="876300" y="4095750"/>
            <a:ext cx="4191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63736B"/>
                </a:solidFill>
                <a:latin typeface="Arial"/>
                <a:ea typeface="Arial"/>
                <a:cs typeface="Arial"/>
              </a:defRPr>
            </a:defPPr>
            <a:lvl1pPr algn="l">
              <a:defRPr sz="1425" b="0">
                <a:solidFill>
                  <a:srgbClr val="63736B"/>
                </a:solidFill>
                <a:latin typeface="Arial"/>
                <a:ea typeface="Arial"/>
                <a:cs typeface="Arial"/>
              </a:defRPr>
            </a:lvl1pPr>
            <a:lvl2pPr algn="l">
              <a:defRPr sz="1425" b="0">
                <a:solidFill>
                  <a:srgbClr val="63736B"/>
                </a:solidFill>
                <a:latin typeface="Arial"/>
                <a:ea typeface="Arial"/>
                <a:cs typeface="Arial"/>
              </a:defRPr>
            </a:lvl2pPr>
            <a:lvl3pPr algn="l">
              <a:defRPr sz="1425" b="0">
                <a:solidFill>
                  <a:srgbClr val="63736B"/>
                </a:solidFill>
                <a:latin typeface="Arial"/>
                <a:ea typeface="Arial"/>
                <a:cs typeface="Arial"/>
              </a:defRPr>
            </a:lvl3pPr>
            <a:lvl4pPr algn="l">
              <a:defRPr sz="1425" b="0">
                <a:solidFill>
                  <a:srgbClr val="63736B"/>
                </a:solidFill>
                <a:latin typeface="Arial"/>
                <a:ea typeface="Arial"/>
                <a:cs typeface="Arial"/>
              </a:defRPr>
            </a:lvl4pPr>
            <a:lvl5pPr algn="l">
              <a:defRPr sz="1425" b="0">
                <a:solidFill>
                  <a:srgbClr val="63736B"/>
                </a:solidFill>
                <a:latin typeface="Arial"/>
                <a:ea typeface="Arial"/>
                <a:cs typeface="Arial"/>
              </a:defRPr>
            </a:lvl5pPr>
            <a:lvl6pPr algn="l">
              <a:defRPr sz="1425" b="0">
                <a:solidFill>
                  <a:srgbClr val="63736B"/>
                </a:solidFill>
                <a:latin typeface="Arial"/>
                <a:ea typeface="Arial"/>
                <a:cs typeface="Arial"/>
              </a:defRPr>
            </a:lvl6pPr>
            <a:lvl7pPr algn="l">
              <a:defRPr sz="1425" b="0">
                <a:solidFill>
                  <a:srgbClr val="63736B"/>
                </a:solidFill>
                <a:latin typeface="Arial"/>
                <a:ea typeface="Arial"/>
                <a:cs typeface="Arial"/>
              </a:defRPr>
            </a:lvl7pPr>
            <a:lvl8pPr algn="l">
              <a:defRPr sz="1425" b="0">
                <a:solidFill>
                  <a:srgbClr val="63736B"/>
                </a:solidFill>
                <a:latin typeface="Arial"/>
                <a:ea typeface="Arial"/>
                <a:cs typeface="Arial"/>
              </a:defRPr>
            </a:lvl8pPr>
            <a:lvl9pPr algn="l">
              <a:defRPr sz="1425" b="0">
                <a:solidFill>
                  <a:srgbClr val="63736B"/>
                </a:solidFill>
                <a:latin typeface="Arial"/>
                <a:ea typeface="Arial"/>
                <a:cs typeface="Arial"/>
              </a:defRPr>
            </a:lvl9pPr>
          </a:lstStyle>
          <a:p xmlns:a="http://schemas.openxmlformats.org/drawingml/2006/main">
            <a:pPr algn="l">
              <a:defRPr sz="1425" b="0">
                <a:solidFill>
                  <a:srgbClr val="63736B"/>
                </a:solidFill>
                <a:latin typeface="Arial"/>
                <a:ea typeface="Arial"/>
                <a:cs typeface="Arial"/>
              </a:defRPr>
            </a:pPr>
            <a:r>
              <a:rPr sz="1425" b="0">
                <a:solidFill>
                  <a:srgbClr val="63736B"/>
                </a:solidFill>
                <a:latin typeface="Arial"/>
                <a:ea typeface="Arial"/>
                <a:cs typeface="Arial"/>
              </a:rPr>
              <a:t>Nghiệm thu luồng bán, trả hàng, tồn, mua hàng, công nợ, ca tiền mặt và CSV trên DB tạm.</a:t>
            </a:r>
          </a:p>
        </p:txBody>
      </p:sp>
      <p:sp>
        <p:nvSpPr>
          <p:cNvPr id="9" name="">
            <a:extLst xmlns:a="http://schemas.openxmlformats.org/drawingml/2006/main">
              <a:ext uri="{FF2B5EF4-FFF2-40B4-BE49-F238E27FC236}">
                <a16:creationId xmlns:a16="http://schemas.microsoft.com/office/drawing/2014/main" id="{F5D87A0E-6A2D-4285-AAEF-DC68C77F9F8C}"/>
              </a:ext>
            </a:extLst>
          </p:cNvPr>
          <p:cNvSpPr>
            <a:spLocks xmlns:a="http://schemas.openxmlformats.org/drawingml/2006/main" noGrp="1"/>
          </p:cNvSpPr>
          <p:nvPr/>
        </p:nvSpPr>
        <p:spPr>
          <a:xfrm xmlns:a="http://schemas.openxmlformats.org/drawingml/2006/main">
            <a:off x="5962650" y="2324100"/>
            <a:ext cx="9525" cy="2952750"/>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9EAC8A-0158-4021-B90A-10B20DA7FEB1}"/>
              </a:ext>
            </a:extLst>
          </p:cNvPr>
          <p:cNvSpPr>
            <a:spLocks xmlns:a="http://schemas.openxmlformats.org/drawingml/2006/main" noGrp="1"/>
          </p:cNvSpPr>
          <p:nvPr/>
        </p:nvSpPr>
        <p:spPr>
          <a:xfrm xmlns:a="http://schemas.openxmlformats.org/drawingml/2006/main">
            <a:off x="6591300" y="2324100"/>
            <a:ext cx="2190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6150" b="1">
                <a:solidFill>
                  <a:srgbClr val="A95D42"/>
                </a:solidFill>
                <a:latin typeface="Arial"/>
                <a:ea typeface="Arial"/>
                <a:cs typeface="Arial"/>
              </a:defRPr>
            </a:defPPr>
            <a:lvl1pPr algn="l">
              <a:defRPr sz="6150" b="1">
                <a:solidFill>
                  <a:srgbClr val="A95D42"/>
                </a:solidFill>
                <a:latin typeface="Arial"/>
                <a:ea typeface="Arial"/>
                <a:cs typeface="Arial"/>
              </a:defRPr>
            </a:lvl1pPr>
            <a:lvl2pPr algn="l">
              <a:defRPr sz="6150" b="1">
                <a:solidFill>
                  <a:srgbClr val="A95D42"/>
                </a:solidFill>
                <a:latin typeface="Arial"/>
                <a:ea typeface="Arial"/>
                <a:cs typeface="Arial"/>
              </a:defRPr>
            </a:lvl2pPr>
            <a:lvl3pPr algn="l">
              <a:defRPr sz="6150" b="1">
                <a:solidFill>
                  <a:srgbClr val="A95D42"/>
                </a:solidFill>
                <a:latin typeface="Arial"/>
                <a:ea typeface="Arial"/>
                <a:cs typeface="Arial"/>
              </a:defRPr>
            </a:lvl3pPr>
            <a:lvl4pPr algn="l">
              <a:defRPr sz="6150" b="1">
                <a:solidFill>
                  <a:srgbClr val="A95D42"/>
                </a:solidFill>
                <a:latin typeface="Arial"/>
                <a:ea typeface="Arial"/>
                <a:cs typeface="Arial"/>
              </a:defRPr>
            </a:lvl4pPr>
            <a:lvl5pPr algn="l">
              <a:defRPr sz="6150" b="1">
                <a:solidFill>
                  <a:srgbClr val="A95D42"/>
                </a:solidFill>
                <a:latin typeface="Arial"/>
                <a:ea typeface="Arial"/>
                <a:cs typeface="Arial"/>
              </a:defRPr>
            </a:lvl5pPr>
            <a:lvl6pPr algn="l">
              <a:defRPr sz="6150" b="1">
                <a:solidFill>
                  <a:srgbClr val="A95D42"/>
                </a:solidFill>
                <a:latin typeface="Arial"/>
                <a:ea typeface="Arial"/>
                <a:cs typeface="Arial"/>
              </a:defRPr>
            </a:lvl6pPr>
            <a:lvl7pPr algn="l">
              <a:defRPr sz="6150" b="1">
                <a:solidFill>
                  <a:srgbClr val="A95D42"/>
                </a:solidFill>
                <a:latin typeface="Arial"/>
                <a:ea typeface="Arial"/>
                <a:cs typeface="Arial"/>
              </a:defRPr>
            </a:lvl7pPr>
            <a:lvl8pPr algn="l">
              <a:defRPr sz="6150" b="1">
                <a:solidFill>
                  <a:srgbClr val="A95D42"/>
                </a:solidFill>
                <a:latin typeface="Arial"/>
                <a:ea typeface="Arial"/>
                <a:cs typeface="Arial"/>
              </a:defRPr>
            </a:lvl8pPr>
            <a:lvl9pPr algn="l">
              <a:defRPr sz="6150" b="1">
                <a:solidFill>
                  <a:srgbClr val="A95D42"/>
                </a:solidFill>
                <a:latin typeface="Arial"/>
                <a:ea typeface="Arial"/>
                <a:cs typeface="Arial"/>
              </a:defRPr>
            </a:lvl9pPr>
          </a:lstStyle>
          <a:p xmlns:a="http://schemas.openxmlformats.org/drawingml/2006/main">
            <a:pPr algn="l">
              <a:defRPr sz="6150" b="1">
                <a:solidFill>
                  <a:srgbClr val="A95D42"/>
                </a:solidFill>
                <a:latin typeface="Arial"/>
                <a:ea typeface="Arial"/>
                <a:cs typeface="Arial"/>
              </a:defRPr>
            </a:pPr>
            <a:r>
              <a:rPr sz="6150" b="1">
                <a:solidFill>
                  <a:srgbClr val="A95D42"/>
                </a:solidFill>
                <a:latin typeface="Arial"/>
                <a:ea typeface="Arial"/>
                <a:cs typeface="Arial"/>
              </a:rPr>
              <a:t>0018</a:t>
            </a:r>
          </a:p>
        </p:txBody>
      </p:sp>
      <p:sp>
        <p:nvSpPr>
          <p:cNvPr id="11" name="">
            <a:extLst xmlns:a="http://schemas.openxmlformats.org/drawingml/2006/main">
              <a:ext uri="{FF2B5EF4-FFF2-40B4-BE49-F238E27FC236}">
                <a16:creationId xmlns:a16="http://schemas.microsoft.com/office/drawing/2014/main" id="{74092503-3906-4DCE-98C8-4B6811A75099}"/>
              </a:ext>
            </a:extLst>
          </p:cNvPr>
          <p:cNvSpPr>
            <a:spLocks xmlns:a="http://schemas.openxmlformats.org/drawingml/2006/main" noGrp="1"/>
          </p:cNvSpPr>
          <p:nvPr/>
        </p:nvSpPr>
        <p:spPr>
          <a:xfrm xmlns:a="http://schemas.openxmlformats.org/drawingml/2006/main">
            <a:off x="6648450" y="3352800"/>
            <a:ext cx="41433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17352B"/>
                </a:solidFill>
                <a:latin typeface="Arial"/>
                <a:ea typeface="Arial"/>
                <a:cs typeface="Arial"/>
              </a:defRPr>
            </a:defPPr>
            <a:lvl1pPr algn="l">
              <a:defRPr sz="1650" b="1">
                <a:solidFill>
                  <a:srgbClr val="17352B"/>
                </a:solidFill>
                <a:latin typeface="Arial"/>
                <a:ea typeface="Arial"/>
                <a:cs typeface="Arial"/>
              </a:defRPr>
            </a:lvl1pPr>
            <a:lvl2pPr algn="l">
              <a:defRPr sz="1650" b="1">
                <a:solidFill>
                  <a:srgbClr val="17352B"/>
                </a:solidFill>
                <a:latin typeface="Arial"/>
                <a:ea typeface="Arial"/>
                <a:cs typeface="Arial"/>
              </a:defRPr>
            </a:lvl2pPr>
            <a:lvl3pPr algn="l">
              <a:defRPr sz="1650" b="1">
                <a:solidFill>
                  <a:srgbClr val="17352B"/>
                </a:solidFill>
                <a:latin typeface="Arial"/>
                <a:ea typeface="Arial"/>
                <a:cs typeface="Arial"/>
              </a:defRPr>
            </a:lvl3pPr>
            <a:lvl4pPr algn="l">
              <a:defRPr sz="1650" b="1">
                <a:solidFill>
                  <a:srgbClr val="17352B"/>
                </a:solidFill>
                <a:latin typeface="Arial"/>
                <a:ea typeface="Arial"/>
                <a:cs typeface="Arial"/>
              </a:defRPr>
            </a:lvl4pPr>
            <a:lvl5pPr algn="l">
              <a:defRPr sz="1650" b="1">
                <a:solidFill>
                  <a:srgbClr val="17352B"/>
                </a:solidFill>
                <a:latin typeface="Arial"/>
                <a:ea typeface="Arial"/>
                <a:cs typeface="Arial"/>
              </a:defRPr>
            </a:lvl5pPr>
            <a:lvl6pPr algn="l">
              <a:defRPr sz="1650" b="1">
                <a:solidFill>
                  <a:srgbClr val="17352B"/>
                </a:solidFill>
                <a:latin typeface="Arial"/>
                <a:ea typeface="Arial"/>
                <a:cs typeface="Arial"/>
              </a:defRPr>
            </a:lvl6pPr>
            <a:lvl7pPr algn="l">
              <a:defRPr sz="1650" b="1">
                <a:solidFill>
                  <a:srgbClr val="17352B"/>
                </a:solidFill>
                <a:latin typeface="Arial"/>
                <a:ea typeface="Arial"/>
                <a:cs typeface="Arial"/>
              </a:defRPr>
            </a:lvl7pPr>
            <a:lvl8pPr algn="l">
              <a:defRPr sz="1650" b="1">
                <a:solidFill>
                  <a:srgbClr val="17352B"/>
                </a:solidFill>
                <a:latin typeface="Arial"/>
                <a:ea typeface="Arial"/>
                <a:cs typeface="Arial"/>
              </a:defRPr>
            </a:lvl8pPr>
            <a:lvl9pPr algn="l">
              <a:defRPr sz="1650" b="1">
                <a:solidFill>
                  <a:srgbClr val="17352B"/>
                </a:solidFill>
                <a:latin typeface="Arial"/>
                <a:ea typeface="Arial"/>
                <a:cs typeface="Arial"/>
              </a:defRPr>
            </a:lvl9pPr>
          </a:lstStyle>
          <a:p xmlns:a="http://schemas.openxmlformats.org/drawingml/2006/main">
            <a:pPr algn="l">
              <a:defRPr sz="1650" b="1">
                <a:solidFill>
                  <a:srgbClr val="17352B"/>
                </a:solidFill>
                <a:latin typeface="Arial"/>
                <a:ea typeface="Arial"/>
                <a:cs typeface="Arial"/>
              </a:defRPr>
            </a:pPr>
            <a:r>
              <a:rPr sz="1650" b="1">
                <a:solidFill>
                  <a:srgbClr val="17352B"/>
                </a:solidFill>
                <a:latin typeface="Arial"/>
                <a:ea typeface="Arial"/>
                <a:cs typeface="Arial"/>
              </a:rPr>
              <a:t>Voucher và lịch sử lượt dùng trong source</a:t>
            </a:r>
          </a:p>
        </p:txBody>
      </p:sp>
      <p:sp>
        <p:nvSpPr>
          <p:cNvPr id="12" name="">
            <a:extLst xmlns:a="http://schemas.openxmlformats.org/drawingml/2006/main">
              <a:ext uri="{FF2B5EF4-FFF2-40B4-BE49-F238E27FC236}">
                <a16:creationId xmlns:a16="http://schemas.microsoft.com/office/drawing/2014/main" id="{9E822F97-16AC-4E63-A78C-B8B8E12213A7}"/>
              </a:ext>
            </a:extLst>
          </p:cNvPr>
          <p:cNvSpPr>
            <a:spLocks xmlns:a="http://schemas.openxmlformats.org/drawingml/2006/main" noGrp="1"/>
          </p:cNvSpPr>
          <p:nvPr/>
        </p:nvSpPr>
        <p:spPr>
          <a:xfrm xmlns:a="http://schemas.openxmlformats.org/drawingml/2006/main">
            <a:off x="6648450" y="4095750"/>
            <a:ext cx="42386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425" b="0">
                <a:solidFill>
                  <a:srgbClr val="63736B"/>
                </a:solidFill>
                <a:latin typeface="Arial"/>
                <a:ea typeface="Arial"/>
                <a:cs typeface="Arial"/>
              </a:defRPr>
            </a:defPPr>
            <a:lvl1pPr algn="l">
              <a:defRPr sz="1425" b="0">
                <a:solidFill>
                  <a:srgbClr val="63736B"/>
                </a:solidFill>
                <a:latin typeface="Arial"/>
                <a:ea typeface="Arial"/>
                <a:cs typeface="Arial"/>
              </a:defRPr>
            </a:lvl1pPr>
            <a:lvl2pPr algn="l">
              <a:defRPr sz="1425" b="0">
                <a:solidFill>
                  <a:srgbClr val="63736B"/>
                </a:solidFill>
                <a:latin typeface="Arial"/>
                <a:ea typeface="Arial"/>
                <a:cs typeface="Arial"/>
              </a:defRPr>
            </a:lvl2pPr>
            <a:lvl3pPr algn="l">
              <a:defRPr sz="1425" b="0">
                <a:solidFill>
                  <a:srgbClr val="63736B"/>
                </a:solidFill>
                <a:latin typeface="Arial"/>
                <a:ea typeface="Arial"/>
                <a:cs typeface="Arial"/>
              </a:defRPr>
            </a:lvl3pPr>
            <a:lvl4pPr algn="l">
              <a:defRPr sz="1425" b="0">
                <a:solidFill>
                  <a:srgbClr val="63736B"/>
                </a:solidFill>
                <a:latin typeface="Arial"/>
                <a:ea typeface="Arial"/>
                <a:cs typeface="Arial"/>
              </a:defRPr>
            </a:lvl4pPr>
            <a:lvl5pPr algn="l">
              <a:defRPr sz="1425" b="0">
                <a:solidFill>
                  <a:srgbClr val="63736B"/>
                </a:solidFill>
                <a:latin typeface="Arial"/>
                <a:ea typeface="Arial"/>
                <a:cs typeface="Arial"/>
              </a:defRPr>
            </a:lvl5pPr>
            <a:lvl6pPr algn="l">
              <a:defRPr sz="1425" b="0">
                <a:solidFill>
                  <a:srgbClr val="63736B"/>
                </a:solidFill>
                <a:latin typeface="Arial"/>
                <a:ea typeface="Arial"/>
                <a:cs typeface="Arial"/>
              </a:defRPr>
            </a:lvl6pPr>
            <a:lvl7pPr algn="l">
              <a:defRPr sz="1425" b="0">
                <a:solidFill>
                  <a:srgbClr val="63736B"/>
                </a:solidFill>
                <a:latin typeface="Arial"/>
                <a:ea typeface="Arial"/>
                <a:cs typeface="Arial"/>
              </a:defRPr>
            </a:lvl7pPr>
            <a:lvl8pPr algn="l">
              <a:defRPr sz="1425" b="0">
                <a:solidFill>
                  <a:srgbClr val="63736B"/>
                </a:solidFill>
                <a:latin typeface="Arial"/>
                <a:ea typeface="Arial"/>
                <a:cs typeface="Arial"/>
              </a:defRPr>
            </a:lvl8pPr>
            <a:lvl9pPr algn="l">
              <a:defRPr sz="1425" b="0">
                <a:solidFill>
                  <a:srgbClr val="63736B"/>
                </a:solidFill>
                <a:latin typeface="Arial"/>
                <a:ea typeface="Arial"/>
                <a:cs typeface="Arial"/>
              </a:defRPr>
            </a:lvl9pPr>
          </a:lstStyle>
          <a:p xmlns:a="http://schemas.openxmlformats.org/drawingml/2006/main">
            <a:pPr algn="l">
              <a:defRPr sz="1425" b="0">
                <a:solidFill>
                  <a:srgbClr val="63736B"/>
                </a:solidFill>
                <a:latin typeface="Arial"/>
                <a:ea typeface="Arial"/>
                <a:cs typeface="Arial"/>
              </a:defRPr>
            </a:pPr>
            <a:r>
              <a:rPr sz="1425" b="0">
                <a:solidFill>
                  <a:srgbClr val="63736B"/>
                </a:solidFill>
                <a:latin typeface="Arial"/>
                <a:ea typeface="Arial"/>
                <a:cs typeface="Arial"/>
              </a:rPr>
              <a:t>Kiểm tra dữ liệu / quyền trên PGlite đã qua. Chưa áp dụng vào CSDL local và chưa thử tại cửa hàng.</a:t>
            </a:r>
          </a:p>
        </p:txBody>
      </p:sp>
      <p:sp>
        <p:nvSpPr>
          <p:cNvPr id="13" name="">
            <a:extLst xmlns:a="http://schemas.openxmlformats.org/drawingml/2006/main">
              <a:ext uri="{FF2B5EF4-FFF2-40B4-BE49-F238E27FC236}">
                <a16:creationId xmlns:a16="http://schemas.microsoft.com/office/drawing/2014/main" id="{58D8F0D9-3AD4-4F3E-BA8B-D67B7B7E1DA5}"/>
              </a:ext>
            </a:extLst>
          </p:cNvPr>
          <p:cNvSpPr>
            <a:spLocks xmlns:a="http://schemas.openxmlformats.org/drawingml/2006/main" noGrp="1"/>
          </p:cNvSpPr>
          <p:nvPr/>
        </p:nvSpPr>
        <p:spPr>
          <a:xfrm xmlns:a="http://schemas.openxmlformats.org/drawingml/2006/main">
            <a:off x="781050" y="5410200"/>
            <a:ext cx="1061085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21448CE-D0CD-447A-947A-EA16FB19F065}"/>
              </a:ext>
            </a:extLst>
          </p:cNvPr>
          <p:cNvSpPr>
            <a:spLocks xmlns:a="http://schemas.openxmlformats.org/drawingml/2006/main" noGrp="1"/>
          </p:cNvSpPr>
          <p:nvPr/>
        </p:nvSpPr>
        <p:spPr>
          <a:xfrm xmlns:a="http://schemas.openxmlformats.org/drawingml/2006/main">
            <a:off x="781050" y="563880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1">
                <a:solidFill>
                  <a:srgbClr val="A95D42"/>
                </a:solidFill>
                <a:latin typeface="Arial"/>
                <a:ea typeface="Arial"/>
                <a:cs typeface="Arial"/>
              </a:defRPr>
            </a:defPPr>
            <a:lvl1pPr algn="l">
              <a:defRPr sz="1500" b="1">
                <a:solidFill>
                  <a:srgbClr val="A95D42"/>
                </a:solidFill>
                <a:latin typeface="Arial"/>
                <a:ea typeface="Arial"/>
                <a:cs typeface="Arial"/>
              </a:defRPr>
            </a:lvl1pPr>
            <a:lvl2pPr algn="l">
              <a:defRPr sz="1500" b="1">
                <a:solidFill>
                  <a:srgbClr val="A95D42"/>
                </a:solidFill>
                <a:latin typeface="Arial"/>
                <a:ea typeface="Arial"/>
                <a:cs typeface="Arial"/>
              </a:defRPr>
            </a:lvl2pPr>
            <a:lvl3pPr algn="l">
              <a:defRPr sz="1500" b="1">
                <a:solidFill>
                  <a:srgbClr val="A95D42"/>
                </a:solidFill>
                <a:latin typeface="Arial"/>
                <a:ea typeface="Arial"/>
                <a:cs typeface="Arial"/>
              </a:defRPr>
            </a:lvl3pPr>
            <a:lvl4pPr algn="l">
              <a:defRPr sz="1500" b="1">
                <a:solidFill>
                  <a:srgbClr val="A95D42"/>
                </a:solidFill>
                <a:latin typeface="Arial"/>
                <a:ea typeface="Arial"/>
                <a:cs typeface="Arial"/>
              </a:defRPr>
            </a:lvl4pPr>
            <a:lvl5pPr algn="l">
              <a:defRPr sz="1500" b="1">
                <a:solidFill>
                  <a:srgbClr val="A95D42"/>
                </a:solidFill>
                <a:latin typeface="Arial"/>
                <a:ea typeface="Arial"/>
                <a:cs typeface="Arial"/>
              </a:defRPr>
            </a:lvl5pPr>
            <a:lvl6pPr algn="l">
              <a:defRPr sz="1500" b="1">
                <a:solidFill>
                  <a:srgbClr val="A95D42"/>
                </a:solidFill>
                <a:latin typeface="Arial"/>
                <a:ea typeface="Arial"/>
                <a:cs typeface="Arial"/>
              </a:defRPr>
            </a:lvl6pPr>
            <a:lvl7pPr algn="l">
              <a:defRPr sz="1500" b="1">
                <a:solidFill>
                  <a:srgbClr val="A95D42"/>
                </a:solidFill>
                <a:latin typeface="Arial"/>
                <a:ea typeface="Arial"/>
                <a:cs typeface="Arial"/>
              </a:defRPr>
            </a:lvl7pPr>
            <a:lvl8pPr algn="l">
              <a:defRPr sz="1500" b="1">
                <a:solidFill>
                  <a:srgbClr val="A95D42"/>
                </a:solidFill>
                <a:latin typeface="Arial"/>
                <a:ea typeface="Arial"/>
                <a:cs typeface="Arial"/>
              </a:defRPr>
            </a:lvl8pPr>
            <a:lvl9pPr algn="l">
              <a:defRPr sz="1500" b="1">
                <a:solidFill>
                  <a:srgbClr val="A95D42"/>
                </a:solidFill>
                <a:latin typeface="Arial"/>
                <a:ea typeface="Arial"/>
                <a:cs typeface="Arial"/>
              </a:defRPr>
            </a:lvl9pPr>
          </a:lstStyle>
          <a:p xmlns:a="http://schemas.openxmlformats.org/drawingml/2006/main">
            <a:pPr algn="l">
              <a:defRPr sz="1500" b="1">
                <a:solidFill>
                  <a:srgbClr val="A95D42"/>
                </a:solidFill>
                <a:latin typeface="Arial"/>
                <a:ea typeface="Arial"/>
                <a:cs typeface="Arial"/>
              </a:defRPr>
            </a:pPr>
            <a:r>
              <a:rPr sz="1500" b="1">
                <a:solidFill>
                  <a:srgbClr val="A95D42"/>
                </a:solidFill>
                <a:latin typeface="Arial"/>
                <a:ea typeface="Arial"/>
                <a:cs typeface="Arial"/>
              </a:rPr>
              <a:t>Còn cần: pilot thật · iOS / Android 10+ · hosting và phục hồi · sandbox đối tác</a:t>
            </a:r>
          </a:p>
        </p:txBody>
      </p:sp>
    </p:spTree>
    <p:extLst>
      <p:ext uri="{BB962C8B-B14F-4D97-AF65-F5344CB8AC3E}">
        <p14:creationId xmlns:p14="http://schemas.microsoft.com/office/powerpoint/2010/main" val="1621655343"/>
      </p:ext>
    </p:extLst>
  </p:cSld>
</p:sld>
</file>

<file path=ppt/slides/slide6.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14" name="slide-6-title">
            <a:extLst xmlns:a="http://schemas.openxmlformats.org/drawingml/2006/main">
              <a:ext uri="{FF2B5EF4-FFF2-40B4-BE49-F238E27FC236}">
                <a16:creationId xmlns:a16="http://schemas.microsoft.com/office/drawing/2014/main" id="{E6620526-AD3A-491E-BA54-567E8DFA961A}"/>
              </a:ext>
            </a:extLst>
          </p:cNvPr>
          <p:cNvSpPr>
            <a:spLocks xmlns:a="http://schemas.openxmlformats.org/drawingml/2006/main" noGrp="1"/>
          </p:cNvSpPr>
          <p:nvPr/>
        </p:nvSpPr>
        <p:spPr>
          <a:xfrm xmlns:a="http://schemas.openxmlformats.org/drawingml/2006/main">
            <a:off x="685800" y="514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225" b="1">
                <a:solidFill>
                  <a:srgbClr val="17352B"/>
                </a:solidFill>
                <a:latin typeface="Arial"/>
                <a:ea typeface="Arial"/>
                <a:cs typeface="Arial"/>
              </a:defRPr>
            </a:defPPr>
            <a:lvl1pPr algn="l">
              <a:defRPr sz="3225" b="1">
                <a:solidFill>
                  <a:srgbClr val="17352B"/>
                </a:solidFill>
                <a:latin typeface="Arial"/>
                <a:ea typeface="Arial"/>
                <a:cs typeface="Arial"/>
              </a:defRPr>
            </a:lvl1pPr>
            <a:lvl2pPr algn="l">
              <a:defRPr sz="3225" b="1">
                <a:solidFill>
                  <a:srgbClr val="17352B"/>
                </a:solidFill>
                <a:latin typeface="Arial"/>
                <a:ea typeface="Arial"/>
                <a:cs typeface="Arial"/>
              </a:defRPr>
            </a:lvl2pPr>
            <a:lvl3pPr algn="l">
              <a:defRPr sz="3225" b="1">
                <a:solidFill>
                  <a:srgbClr val="17352B"/>
                </a:solidFill>
                <a:latin typeface="Arial"/>
                <a:ea typeface="Arial"/>
                <a:cs typeface="Arial"/>
              </a:defRPr>
            </a:lvl3pPr>
            <a:lvl4pPr algn="l">
              <a:defRPr sz="3225" b="1">
                <a:solidFill>
                  <a:srgbClr val="17352B"/>
                </a:solidFill>
                <a:latin typeface="Arial"/>
                <a:ea typeface="Arial"/>
                <a:cs typeface="Arial"/>
              </a:defRPr>
            </a:lvl4pPr>
            <a:lvl5pPr algn="l">
              <a:defRPr sz="3225" b="1">
                <a:solidFill>
                  <a:srgbClr val="17352B"/>
                </a:solidFill>
                <a:latin typeface="Arial"/>
                <a:ea typeface="Arial"/>
                <a:cs typeface="Arial"/>
              </a:defRPr>
            </a:lvl5pPr>
            <a:lvl6pPr algn="l">
              <a:defRPr sz="3225" b="1">
                <a:solidFill>
                  <a:srgbClr val="17352B"/>
                </a:solidFill>
                <a:latin typeface="Arial"/>
                <a:ea typeface="Arial"/>
                <a:cs typeface="Arial"/>
              </a:defRPr>
            </a:lvl6pPr>
            <a:lvl7pPr algn="l">
              <a:defRPr sz="3225" b="1">
                <a:solidFill>
                  <a:srgbClr val="17352B"/>
                </a:solidFill>
                <a:latin typeface="Arial"/>
                <a:ea typeface="Arial"/>
                <a:cs typeface="Arial"/>
              </a:defRPr>
            </a:lvl7pPr>
            <a:lvl8pPr algn="l">
              <a:defRPr sz="3225" b="1">
                <a:solidFill>
                  <a:srgbClr val="17352B"/>
                </a:solidFill>
                <a:latin typeface="Arial"/>
                <a:ea typeface="Arial"/>
                <a:cs typeface="Arial"/>
              </a:defRPr>
            </a:lvl8pPr>
            <a:lvl9pPr algn="l">
              <a:defRPr sz="3225" b="1">
                <a:solidFill>
                  <a:srgbClr val="17352B"/>
                </a:solidFill>
                <a:latin typeface="Arial"/>
                <a:ea typeface="Arial"/>
                <a:cs typeface="Arial"/>
              </a:defRPr>
            </a:lvl9pPr>
          </a:lstStyle>
          <a:p xmlns:a="http://schemas.openxmlformats.org/drawingml/2006/main">
            <a:pPr algn="l">
              <a:defRPr sz="3225" b="1">
                <a:solidFill>
                  <a:srgbClr val="17352B"/>
                </a:solidFill>
                <a:latin typeface="Arial"/>
                <a:ea typeface="Arial"/>
                <a:cs typeface="Arial"/>
              </a:defRPr>
            </a:pPr>
            <a:r>
              <a:rPr sz="3225" b="1">
                <a:solidFill>
                  <a:srgbClr val="17352B"/>
                </a:solidFill>
                <a:latin typeface="Arial"/>
                <a:ea typeface="Arial"/>
                <a:cs typeface="Arial"/>
              </a:rPr>
              <a:t>Khách hàng mở đầu và mô hình dự kiến</a:t>
            </a:r>
          </a:p>
        </p:txBody>
      </p:sp>
      <p:sp>
        <p:nvSpPr>
          <p:cNvPr id="2" name="">
            <a:extLst xmlns:a="http://schemas.openxmlformats.org/drawingml/2006/main">
              <a:ext uri="{FF2B5EF4-FFF2-40B4-BE49-F238E27FC236}">
                <a16:creationId xmlns:a16="http://schemas.microsoft.com/office/drawing/2014/main" id="{A82F8205-125C-43B4-9EEA-B1E1B6292C8F}"/>
              </a:ext>
            </a:extLst>
          </p:cNvPr>
          <p:cNvSpPr>
            <a:spLocks xmlns:a="http://schemas.openxmlformats.org/drawingml/2006/main" noGrp="1"/>
          </p:cNvSpPr>
          <p:nvPr/>
        </p:nvSpPr>
        <p:spPr>
          <a:xfrm xmlns:a="http://schemas.openxmlformats.org/drawingml/2006/main">
            <a:off x="704850" y="1200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Đây là lựa chọn để kiểm chứng, chưa phải phân khúc hay giá bán đã xác nhận.</a:t>
            </a:r>
          </a:p>
        </p:txBody>
      </p:sp>
      <p:sp>
        <p:nvSpPr>
          <p:cNvPr id="3" name="">
            <a:extLst xmlns:a="http://schemas.openxmlformats.org/drawingml/2006/main">
              <a:ext uri="{FF2B5EF4-FFF2-40B4-BE49-F238E27FC236}">
                <a16:creationId xmlns:a16="http://schemas.microsoft.com/office/drawing/2014/main" id="{30A5C953-32C7-4421-8B1F-1F32767BDF85}"/>
              </a:ext>
            </a:extLst>
          </p:cNvPr>
          <p:cNvSpPr>
            <a:spLocks xmlns:a="http://schemas.openxmlformats.org/drawingml/2006/main" noGrp="1"/>
          </p:cNvSpPr>
          <p:nvPr/>
        </p:nvSpPr>
        <p:spPr>
          <a:xfrm xmlns:a="http://schemas.openxmlformats.org/drawingml/2006/main">
            <a:off x="685800" y="1781175"/>
            <a:ext cx="5334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2A7356-A009-4E12-959F-268B2BBE3B43}"/>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63736B"/>
                </a:solidFill>
                <a:latin typeface="Arial"/>
                <a:ea typeface="Arial"/>
                <a:cs typeface="Arial"/>
              </a:defRPr>
            </a:defPPr>
            <a:lvl1pPr algn="l">
              <a:defRPr sz="975" b="1">
                <a:solidFill>
                  <a:srgbClr val="63736B"/>
                </a:solidFill>
                <a:latin typeface="Arial"/>
                <a:ea typeface="Arial"/>
                <a:cs typeface="Arial"/>
              </a:defRPr>
            </a:lvl1pPr>
            <a:lvl2pPr algn="l">
              <a:defRPr sz="975" b="1">
                <a:solidFill>
                  <a:srgbClr val="63736B"/>
                </a:solidFill>
                <a:latin typeface="Arial"/>
                <a:ea typeface="Arial"/>
                <a:cs typeface="Arial"/>
              </a:defRPr>
            </a:lvl2pPr>
            <a:lvl3pPr algn="l">
              <a:defRPr sz="975" b="1">
                <a:solidFill>
                  <a:srgbClr val="63736B"/>
                </a:solidFill>
                <a:latin typeface="Arial"/>
                <a:ea typeface="Arial"/>
                <a:cs typeface="Arial"/>
              </a:defRPr>
            </a:lvl3pPr>
            <a:lvl4pPr algn="l">
              <a:defRPr sz="975" b="1">
                <a:solidFill>
                  <a:srgbClr val="63736B"/>
                </a:solidFill>
                <a:latin typeface="Arial"/>
                <a:ea typeface="Arial"/>
                <a:cs typeface="Arial"/>
              </a:defRPr>
            </a:lvl4pPr>
            <a:lvl5pPr algn="l">
              <a:defRPr sz="975" b="1">
                <a:solidFill>
                  <a:srgbClr val="63736B"/>
                </a:solidFill>
                <a:latin typeface="Arial"/>
                <a:ea typeface="Arial"/>
                <a:cs typeface="Arial"/>
              </a:defRPr>
            </a:lvl5pPr>
            <a:lvl6pPr algn="l">
              <a:defRPr sz="975" b="1">
                <a:solidFill>
                  <a:srgbClr val="63736B"/>
                </a:solidFill>
                <a:latin typeface="Arial"/>
                <a:ea typeface="Arial"/>
                <a:cs typeface="Arial"/>
              </a:defRPr>
            </a:lvl6pPr>
            <a:lvl7pPr algn="l">
              <a:defRPr sz="975" b="1">
                <a:solidFill>
                  <a:srgbClr val="63736B"/>
                </a:solidFill>
                <a:latin typeface="Arial"/>
                <a:ea typeface="Arial"/>
                <a:cs typeface="Arial"/>
              </a:defRPr>
            </a:lvl7pPr>
            <a:lvl8pPr algn="l">
              <a:defRPr sz="975" b="1">
                <a:solidFill>
                  <a:srgbClr val="63736B"/>
                </a:solidFill>
                <a:latin typeface="Arial"/>
                <a:ea typeface="Arial"/>
                <a:cs typeface="Arial"/>
              </a:defRPr>
            </a:lvl8pPr>
            <a:lvl9pPr algn="l">
              <a:defRPr sz="975" b="1">
                <a:solidFill>
                  <a:srgbClr val="63736B"/>
                </a:solidFill>
                <a:latin typeface="Arial"/>
                <a:ea typeface="Arial"/>
                <a:cs typeface="Arial"/>
              </a:defRPr>
            </a:lvl9pPr>
          </a:lstStyle>
          <a:p xmlns:a="http://schemas.openxmlformats.org/drawingml/2006/main">
            <a:pPr algn="l">
              <a:defRPr sz="975" b="1">
                <a:solidFill>
                  <a:srgbClr val="63736B"/>
                </a:solidFill>
                <a:latin typeface="Arial"/>
                <a:ea typeface="Arial"/>
                <a:cs typeface="Arial"/>
              </a:defRPr>
            </a:pPr>
            <a:r>
              <a:rPr sz="975" b="1">
                <a:solidFill>
                  <a:srgbClr val="63736B"/>
                </a:solidFill>
                <a:latin typeface="Arial"/>
                <a:ea typeface="Arial"/>
                <a:cs typeface="Arial"/>
              </a:rPr>
              <a:t>SLINK  /  HỒ SƠ GIỚI THIỆU SẢN PHẨM</a:t>
            </a:r>
          </a:p>
        </p:txBody>
      </p:sp>
      <p:sp>
        <p:nvSpPr>
          <p:cNvPr id="5" name="">
            <a:extLst xmlns:a="http://schemas.openxmlformats.org/drawingml/2006/main">
              <a:ext uri="{FF2B5EF4-FFF2-40B4-BE49-F238E27FC236}">
                <a16:creationId xmlns:a16="http://schemas.microsoft.com/office/drawing/2014/main" id="{511BAA50-605B-49F1-98D0-407287E3B967}"/>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63736B"/>
                </a:solidFill>
                <a:latin typeface="Arial"/>
                <a:ea typeface="Arial"/>
                <a:cs typeface="Arial"/>
              </a:defRPr>
            </a:defPPr>
            <a:lvl1pPr algn="r">
              <a:defRPr sz="975" b="1">
                <a:solidFill>
                  <a:srgbClr val="63736B"/>
                </a:solidFill>
                <a:latin typeface="Arial"/>
                <a:ea typeface="Arial"/>
                <a:cs typeface="Arial"/>
              </a:defRPr>
            </a:lvl1pPr>
            <a:lvl2pPr algn="r">
              <a:defRPr sz="975" b="1">
                <a:solidFill>
                  <a:srgbClr val="63736B"/>
                </a:solidFill>
                <a:latin typeface="Arial"/>
                <a:ea typeface="Arial"/>
                <a:cs typeface="Arial"/>
              </a:defRPr>
            </a:lvl2pPr>
            <a:lvl3pPr algn="r">
              <a:defRPr sz="975" b="1">
                <a:solidFill>
                  <a:srgbClr val="63736B"/>
                </a:solidFill>
                <a:latin typeface="Arial"/>
                <a:ea typeface="Arial"/>
                <a:cs typeface="Arial"/>
              </a:defRPr>
            </a:lvl3pPr>
            <a:lvl4pPr algn="r">
              <a:defRPr sz="975" b="1">
                <a:solidFill>
                  <a:srgbClr val="63736B"/>
                </a:solidFill>
                <a:latin typeface="Arial"/>
                <a:ea typeface="Arial"/>
                <a:cs typeface="Arial"/>
              </a:defRPr>
            </a:lvl4pPr>
            <a:lvl5pPr algn="r">
              <a:defRPr sz="975" b="1">
                <a:solidFill>
                  <a:srgbClr val="63736B"/>
                </a:solidFill>
                <a:latin typeface="Arial"/>
                <a:ea typeface="Arial"/>
                <a:cs typeface="Arial"/>
              </a:defRPr>
            </a:lvl5pPr>
            <a:lvl6pPr algn="r">
              <a:defRPr sz="975" b="1">
                <a:solidFill>
                  <a:srgbClr val="63736B"/>
                </a:solidFill>
                <a:latin typeface="Arial"/>
                <a:ea typeface="Arial"/>
                <a:cs typeface="Arial"/>
              </a:defRPr>
            </a:lvl6pPr>
            <a:lvl7pPr algn="r">
              <a:defRPr sz="975" b="1">
                <a:solidFill>
                  <a:srgbClr val="63736B"/>
                </a:solidFill>
                <a:latin typeface="Arial"/>
                <a:ea typeface="Arial"/>
                <a:cs typeface="Arial"/>
              </a:defRPr>
            </a:lvl7pPr>
            <a:lvl8pPr algn="r">
              <a:defRPr sz="975" b="1">
                <a:solidFill>
                  <a:srgbClr val="63736B"/>
                </a:solidFill>
                <a:latin typeface="Arial"/>
                <a:ea typeface="Arial"/>
                <a:cs typeface="Arial"/>
              </a:defRPr>
            </a:lvl8pPr>
            <a:lvl9pPr algn="r">
              <a:defRPr sz="975" b="1">
                <a:solidFill>
                  <a:srgbClr val="63736B"/>
                </a:solidFill>
                <a:latin typeface="Arial"/>
                <a:ea typeface="Arial"/>
                <a:cs typeface="Arial"/>
              </a:defRPr>
            </a:lvl9pPr>
          </a:lstStyle>
          <a:p xmlns:a="http://schemas.openxmlformats.org/drawingml/2006/main">
            <a:pPr algn="r">
              <a:defRPr sz="975" b="1">
                <a:solidFill>
                  <a:srgbClr val="63736B"/>
                </a:solidFill>
                <a:latin typeface="Arial"/>
                <a:ea typeface="Arial"/>
                <a:cs typeface="Arial"/>
              </a:defRPr>
            </a:pPr>
            <a:r>
              <a:rPr sz="975" b="1">
                <a:solidFill>
                  <a:srgbClr val="63736B"/>
                </a:solidFill>
                <a:latin typeface="Arial"/>
                <a:ea typeface="Arial"/>
                <a:cs typeface="Arial"/>
              </a:rPr>
              <a:t>06</a:t>
            </a:r>
          </a:p>
        </p:txBody>
      </p:sp>
      <p:sp>
        <p:nvSpPr>
          <p:cNvPr id="6" name="">
            <a:extLst xmlns:a="http://schemas.openxmlformats.org/drawingml/2006/main">
              <a:ext uri="{FF2B5EF4-FFF2-40B4-BE49-F238E27FC236}">
                <a16:creationId xmlns:a16="http://schemas.microsoft.com/office/drawing/2014/main" id="{D53F48D9-0150-480F-9211-FDC22ABB3179}"/>
              </a:ext>
            </a:extLst>
          </p:cNvPr>
          <p:cNvSpPr>
            <a:spLocks xmlns:a="http://schemas.openxmlformats.org/drawingml/2006/main" noGrp="1"/>
          </p:cNvSpPr>
          <p:nvPr/>
        </p:nvSpPr>
        <p:spPr>
          <a:xfrm xmlns:a="http://schemas.openxmlformats.org/drawingml/2006/main">
            <a:off x="781050" y="23812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A95D42"/>
                </a:solidFill>
                <a:latin typeface="Arial"/>
                <a:ea typeface="Arial"/>
                <a:cs typeface="Arial"/>
              </a:defRPr>
            </a:defPPr>
            <a:lvl1pPr algn="l">
              <a:defRPr sz="1200" b="1">
                <a:solidFill>
                  <a:srgbClr val="A95D42"/>
                </a:solidFill>
                <a:latin typeface="Arial"/>
                <a:ea typeface="Arial"/>
                <a:cs typeface="Arial"/>
              </a:defRPr>
            </a:lvl1pPr>
            <a:lvl2pPr algn="l">
              <a:defRPr sz="1200" b="1">
                <a:solidFill>
                  <a:srgbClr val="A95D42"/>
                </a:solidFill>
                <a:latin typeface="Arial"/>
                <a:ea typeface="Arial"/>
                <a:cs typeface="Arial"/>
              </a:defRPr>
            </a:lvl2pPr>
            <a:lvl3pPr algn="l">
              <a:defRPr sz="1200" b="1">
                <a:solidFill>
                  <a:srgbClr val="A95D42"/>
                </a:solidFill>
                <a:latin typeface="Arial"/>
                <a:ea typeface="Arial"/>
                <a:cs typeface="Arial"/>
              </a:defRPr>
            </a:lvl3pPr>
            <a:lvl4pPr algn="l">
              <a:defRPr sz="1200" b="1">
                <a:solidFill>
                  <a:srgbClr val="A95D42"/>
                </a:solidFill>
                <a:latin typeface="Arial"/>
                <a:ea typeface="Arial"/>
                <a:cs typeface="Arial"/>
              </a:defRPr>
            </a:lvl4pPr>
            <a:lvl5pPr algn="l">
              <a:defRPr sz="1200" b="1">
                <a:solidFill>
                  <a:srgbClr val="A95D42"/>
                </a:solidFill>
                <a:latin typeface="Arial"/>
                <a:ea typeface="Arial"/>
                <a:cs typeface="Arial"/>
              </a:defRPr>
            </a:lvl5pPr>
            <a:lvl6pPr algn="l">
              <a:defRPr sz="1200" b="1">
                <a:solidFill>
                  <a:srgbClr val="A95D42"/>
                </a:solidFill>
                <a:latin typeface="Arial"/>
                <a:ea typeface="Arial"/>
                <a:cs typeface="Arial"/>
              </a:defRPr>
            </a:lvl6pPr>
            <a:lvl7pPr algn="l">
              <a:defRPr sz="1200" b="1">
                <a:solidFill>
                  <a:srgbClr val="A95D42"/>
                </a:solidFill>
                <a:latin typeface="Arial"/>
                <a:ea typeface="Arial"/>
                <a:cs typeface="Arial"/>
              </a:defRPr>
            </a:lvl7pPr>
            <a:lvl8pPr algn="l">
              <a:defRPr sz="1200" b="1">
                <a:solidFill>
                  <a:srgbClr val="A95D42"/>
                </a:solidFill>
                <a:latin typeface="Arial"/>
                <a:ea typeface="Arial"/>
                <a:cs typeface="Arial"/>
              </a:defRPr>
            </a:lvl8pPr>
            <a:lvl9pPr algn="l">
              <a:defRPr sz="1200" b="1">
                <a:solidFill>
                  <a:srgbClr val="A95D42"/>
                </a:solidFill>
                <a:latin typeface="Arial"/>
                <a:ea typeface="Arial"/>
                <a:cs typeface="Arial"/>
              </a:defRPr>
            </a:lvl9pPr>
          </a:lstStyle>
          <a:p xmlns:a="http://schemas.openxmlformats.org/drawingml/2006/main">
            <a:pPr algn="l">
              <a:defRPr sz="1200" b="1">
                <a:solidFill>
                  <a:srgbClr val="A95D42"/>
                </a:solidFill>
                <a:latin typeface="Arial"/>
                <a:ea typeface="Arial"/>
                <a:cs typeface="Arial"/>
              </a:defRPr>
            </a:pPr>
            <a:r>
              <a:rPr sz="1200" b="1">
                <a:solidFill>
                  <a:srgbClr val="A95D42"/>
                </a:solidFill>
                <a:latin typeface="Arial"/>
                <a:ea typeface="Arial"/>
                <a:cs typeface="Arial"/>
              </a:rPr>
              <a:t>KHÁCH HÀNG MỤC TIÊU</a:t>
            </a:r>
          </a:p>
        </p:txBody>
      </p:sp>
      <p:sp>
        <p:nvSpPr>
          <p:cNvPr id="7" name="">
            <a:extLst xmlns:a="http://schemas.openxmlformats.org/drawingml/2006/main">
              <a:ext uri="{FF2B5EF4-FFF2-40B4-BE49-F238E27FC236}">
                <a16:creationId xmlns:a16="http://schemas.microsoft.com/office/drawing/2014/main" id="{0477134F-C654-4A13-A53F-0266247FD639}"/>
              </a:ext>
            </a:extLst>
          </p:cNvPr>
          <p:cNvSpPr>
            <a:spLocks xmlns:a="http://schemas.openxmlformats.org/drawingml/2006/main" noGrp="1"/>
          </p:cNvSpPr>
          <p:nvPr/>
        </p:nvSpPr>
        <p:spPr>
          <a:xfrm xmlns:a="http://schemas.openxmlformats.org/drawingml/2006/main">
            <a:off x="781050" y="2876550"/>
            <a:ext cx="4667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550" b="1">
                <a:solidFill>
                  <a:srgbClr val="123F35"/>
                </a:solidFill>
                <a:latin typeface="Arial"/>
                <a:ea typeface="Arial"/>
                <a:cs typeface="Arial"/>
              </a:defRPr>
            </a:defPPr>
            <a:lvl1pPr algn="l">
              <a:defRPr sz="2550" b="1">
                <a:solidFill>
                  <a:srgbClr val="123F35"/>
                </a:solidFill>
                <a:latin typeface="Arial"/>
                <a:ea typeface="Arial"/>
                <a:cs typeface="Arial"/>
              </a:defRPr>
            </a:lvl1pPr>
            <a:lvl2pPr algn="l">
              <a:defRPr sz="2550" b="1">
                <a:solidFill>
                  <a:srgbClr val="123F35"/>
                </a:solidFill>
                <a:latin typeface="Arial"/>
                <a:ea typeface="Arial"/>
                <a:cs typeface="Arial"/>
              </a:defRPr>
            </a:lvl2pPr>
            <a:lvl3pPr algn="l">
              <a:defRPr sz="2550" b="1">
                <a:solidFill>
                  <a:srgbClr val="123F35"/>
                </a:solidFill>
                <a:latin typeface="Arial"/>
                <a:ea typeface="Arial"/>
                <a:cs typeface="Arial"/>
              </a:defRPr>
            </a:lvl3pPr>
            <a:lvl4pPr algn="l">
              <a:defRPr sz="2550" b="1">
                <a:solidFill>
                  <a:srgbClr val="123F35"/>
                </a:solidFill>
                <a:latin typeface="Arial"/>
                <a:ea typeface="Arial"/>
                <a:cs typeface="Arial"/>
              </a:defRPr>
            </a:lvl4pPr>
            <a:lvl5pPr algn="l">
              <a:defRPr sz="2550" b="1">
                <a:solidFill>
                  <a:srgbClr val="123F35"/>
                </a:solidFill>
                <a:latin typeface="Arial"/>
                <a:ea typeface="Arial"/>
                <a:cs typeface="Arial"/>
              </a:defRPr>
            </a:lvl5pPr>
            <a:lvl6pPr algn="l">
              <a:defRPr sz="2550" b="1">
                <a:solidFill>
                  <a:srgbClr val="123F35"/>
                </a:solidFill>
                <a:latin typeface="Arial"/>
                <a:ea typeface="Arial"/>
                <a:cs typeface="Arial"/>
              </a:defRPr>
            </a:lvl6pPr>
            <a:lvl7pPr algn="l">
              <a:defRPr sz="2550" b="1">
                <a:solidFill>
                  <a:srgbClr val="123F35"/>
                </a:solidFill>
                <a:latin typeface="Arial"/>
                <a:ea typeface="Arial"/>
                <a:cs typeface="Arial"/>
              </a:defRPr>
            </a:lvl7pPr>
            <a:lvl8pPr algn="l">
              <a:defRPr sz="2550" b="1">
                <a:solidFill>
                  <a:srgbClr val="123F35"/>
                </a:solidFill>
                <a:latin typeface="Arial"/>
                <a:ea typeface="Arial"/>
                <a:cs typeface="Arial"/>
              </a:defRPr>
            </a:lvl8pPr>
            <a:lvl9pPr algn="l">
              <a:defRPr sz="2550" b="1">
                <a:solidFill>
                  <a:srgbClr val="123F35"/>
                </a:solidFill>
                <a:latin typeface="Arial"/>
                <a:ea typeface="Arial"/>
                <a:cs typeface="Arial"/>
              </a:defRPr>
            </a:lvl9pPr>
          </a:lstStyle>
          <a:p xmlns:a="http://schemas.openxmlformats.org/drawingml/2006/main">
            <a:pPr algn="l">
              <a:defRPr sz="2550" b="1">
                <a:solidFill>
                  <a:srgbClr val="123F35"/>
                </a:solidFill>
                <a:latin typeface="Arial"/>
                <a:ea typeface="Arial"/>
                <a:cs typeface="Arial"/>
              </a:defRPr>
            </a:pPr>
            <a:r>
              <a:rPr sz="2550" b="1">
                <a:solidFill>
                  <a:srgbClr val="123F35"/>
                </a:solidFill>
                <a:latin typeface="Arial"/>
                <a:ea typeface="Arial"/>
                <a:cs typeface="Arial"/>
              </a:rPr>
              <a:t>Cửa hàng bán lẻ độc lập cần quản lý quầy, tồn kho và công nợ trong cùng một quy trình.</a:t>
            </a:r>
          </a:p>
        </p:txBody>
      </p:sp>
      <p:sp>
        <p:nvSpPr>
          <p:cNvPr id="8" name="">
            <a:extLst xmlns:a="http://schemas.openxmlformats.org/drawingml/2006/main">
              <a:ext uri="{FF2B5EF4-FFF2-40B4-BE49-F238E27FC236}">
                <a16:creationId xmlns:a16="http://schemas.microsoft.com/office/drawing/2014/main" id="{F38546FB-F43B-42D2-A15E-A9D8B1E94664}"/>
              </a:ext>
            </a:extLst>
          </p:cNvPr>
          <p:cNvSpPr>
            <a:spLocks xmlns:a="http://schemas.openxmlformats.org/drawingml/2006/main" noGrp="1"/>
          </p:cNvSpPr>
          <p:nvPr/>
        </p:nvSpPr>
        <p:spPr>
          <a:xfrm xmlns:a="http://schemas.openxmlformats.org/drawingml/2006/main">
            <a:off x="781050" y="4457700"/>
            <a:ext cx="4457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Ưu tiên nhóm có ít điểm bán và không cần tích hợp sàn ngay trong ngày đầu.</a:t>
            </a:r>
          </a:p>
        </p:txBody>
      </p:sp>
      <p:sp>
        <p:nvSpPr>
          <p:cNvPr id="9" name="">
            <a:extLst xmlns:a="http://schemas.openxmlformats.org/drawingml/2006/main">
              <a:ext uri="{FF2B5EF4-FFF2-40B4-BE49-F238E27FC236}">
                <a16:creationId xmlns:a16="http://schemas.microsoft.com/office/drawing/2014/main" id="{DC902D7B-3F52-4BE3-BC5C-1D7D0B0CD2FA}"/>
              </a:ext>
            </a:extLst>
          </p:cNvPr>
          <p:cNvSpPr>
            <a:spLocks xmlns:a="http://schemas.openxmlformats.org/drawingml/2006/main" noGrp="1"/>
          </p:cNvSpPr>
          <p:nvPr/>
        </p:nvSpPr>
        <p:spPr>
          <a:xfrm xmlns:a="http://schemas.openxmlformats.org/drawingml/2006/main">
            <a:off x="6057900" y="2286000"/>
            <a:ext cx="9525" cy="3276600"/>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7264AB-77FF-482C-A9BB-12094F549E11}"/>
              </a:ext>
            </a:extLst>
          </p:cNvPr>
          <p:cNvSpPr>
            <a:spLocks xmlns:a="http://schemas.openxmlformats.org/drawingml/2006/main" noGrp="1"/>
          </p:cNvSpPr>
          <p:nvPr/>
        </p:nvSpPr>
        <p:spPr>
          <a:xfrm xmlns:a="http://schemas.openxmlformats.org/drawingml/2006/main">
            <a:off x="6667500" y="2381250"/>
            <a:ext cx="438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200" b="1">
                <a:solidFill>
                  <a:srgbClr val="A95D42"/>
                </a:solidFill>
                <a:latin typeface="Arial"/>
                <a:ea typeface="Arial"/>
                <a:cs typeface="Arial"/>
              </a:defRPr>
            </a:defPPr>
            <a:lvl1pPr algn="l">
              <a:defRPr sz="1200" b="1">
                <a:solidFill>
                  <a:srgbClr val="A95D42"/>
                </a:solidFill>
                <a:latin typeface="Arial"/>
                <a:ea typeface="Arial"/>
                <a:cs typeface="Arial"/>
              </a:defRPr>
            </a:lvl1pPr>
            <a:lvl2pPr algn="l">
              <a:defRPr sz="1200" b="1">
                <a:solidFill>
                  <a:srgbClr val="A95D42"/>
                </a:solidFill>
                <a:latin typeface="Arial"/>
                <a:ea typeface="Arial"/>
                <a:cs typeface="Arial"/>
              </a:defRPr>
            </a:lvl2pPr>
            <a:lvl3pPr algn="l">
              <a:defRPr sz="1200" b="1">
                <a:solidFill>
                  <a:srgbClr val="A95D42"/>
                </a:solidFill>
                <a:latin typeface="Arial"/>
                <a:ea typeface="Arial"/>
                <a:cs typeface="Arial"/>
              </a:defRPr>
            </a:lvl3pPr>
            <a:lvl4pPr algn="l">
              <a:defRPr sz="1200" b="1">
                <a:solidFill>
                  <a:srgbClr val="A95D42"/>
                </a:solidFill>
                <a:latin typeface="Arial"/>
                <a:ea typeface="Arial"/>
                <a:cs typeface="Arial"/>
              </a:defRPr>
            </a:lvl4pPr>
            <a:lvl5pPr algn="l">
              <a:defRPr sz="1200" b="1">
                <a:solidFill>
                  <a:srgbClr val="A95D42"/>
                </a:solidFill>
                <a:latin typeface="Arial"/>
                <a:ea typeface="Arial"/>
                <a:cs typeface="Arial"/>
              </a:defRPr>
            </a:lvl5pPr>
            <a:lvl6pPr algn="l">
              <a:defRPr sz="1200" b="1">
                <a:solidFill>
                  <a:srgbClr val="A95D42"/>
                </a:solidFill>
                <a:latin typeface="Arial"/>
                <a:ea typeface="Arial"/>
                <a:cs typeface="Arial"/>
              </a:defRPr>
            </a:lvl6pPr>
            <a:lvl7pPr algn="l">
              <a:defRPr sz="1200" b="1">
                <a:solidFill>
                  <a:srgbClr val="A95D42"/>
                </a:solidFill>
                <a:latin typeface="Arial"/>
                <a:ea typeface="Arial"/>
                <a:cs typeface="Arial"/>
              </a:defRPr>
            </a:lvl7pPr>
            <a:lvl8pPr algn="l">
              <a:defRPr sz="1200" b="1">
                <a:solidFill>
                  <a:srgbClr val="A95D42"/>
                </a:solidFill>
                <a:latin typeface="Arial"/>
                <a:ea typeface="Arial"/>
                <a:cs typeface="Arial"/>
              </a:defRPr>
            </a:lvl8pPr>
            <a:lvl9pPr algn="l">
              <a:defRPr sz="1200" b="1">
                <a:solidFill>
                  <a:srgbClr val="A95D42"/>
                </a:solidFill>
                <a:latin typeface="Arial"/>
                <a:ea typeface="Arial"/>
                <a:cs typeface="Arial"/>
              </a:defRPr>
            </a:lvl9pPr>
          </a:lstStyle>
          <a:p xmlns:a="http://schemas.openxmlformats.org/drawingml/2006/main">
            <a:pPr algn="l">
              <a:defRPr sz="1200" b="1">
                <a:solidFill>
                  <a:srgbClr val="A95D42"/>
                </a:solidFill>
                <a:latin typeface="Arial"/>
                <a:ea typeface="Arial"/>
                <a:cs typeface="Arial"/>
              </a:defRPr>
            </a:pPr>
            <a:r>
              <a:rPr sz="1200" b="1">
                <a:solidFill>
                  <a:srgbClr val="A95D42"/>
                </a:solidFill>
                <a:latin typeface="Arial"/>
                <a:ea typeface="Arial"/>
                <a:cs typeface="Arial"/>
              </a:rPr>
              <a:t>MÔ HÌNH KINH DOANH GIẢ THUYẾT</a:t>
            </a:r>
          </a:p>
        </p:txBody>
      </p:sp>
      <p:sp>
        <p:nvSpPr>
          <p:cNvPr id="11" name="">
            <a:extLst xmlns:a="http://schemas.openxmlformats.org/drawingml/2006/main">
              <a:ext uri="{FF2B5EF4-FFF2-40B4-BE49-F238E27FC236}">
                <a16:creationId xmlns:a16="http://schemas.microsoft.com/office/drawing/2014/main" id="{6EEFF6E1-77CC-4768-9A66-66C485377F87}"/>
              </a:ext>
            </a:extLst>
          </p:cNvPr>
          <p:cNvSpPr>
            <a:spLocks xmlns:a="http://schemas.openxmlformats.org/drawingml/2006/main" noGrp="1"/>
          </p:cNvSpPr>
          <p:nvPr/>
        </p:nvSpPr>
        <p:spPr>
          <a:xfrm xmlns:a="http://schemas.openxmlformats.org/drawingml/2006/main">
            <a:off x="6667500" y="2876550"/>
            <a:ext cx="4381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775" b="1">
                <a:solidFill>
                  <a:srgbClr val="123F35"/>
                </a:solidFill>
                <a:latin typeface="Arial"/>
                <a:ea typeface="Arial"/>
                <a:cs typeface="Arial"/>
              </a:defRPr>
            </a:defPPr>
            <a:lvl1pPr algn="l">
              <a:defRPr sz="2775" b="1">
                <a:solidFill>
                  <a:srgbClr val="123F35"/>
                </a:solidFill>
                <a:latin typeface="Arial"/>
                <a:ea typeface="Arial"/>
                <a:cs typeface="Arial"/>
              </a:defRPr>
            </a:lvl1pPr>
            <a:lvl2pPr algn="l">
              <a:defRPr sz="2775" b="1">
                <a:solidFill>
                  <a:srgbClr val="123F35"/>
                </a:solidFill>
                <a:latin typeface="Arial"/>
                <a:ea typeface="Arial"/>
                <a:cs typeface="Arial"/>
              </a:defRPr>
            </a:lvl2pPr>
            <a:lvl3pPr algn="l">
              <a:defRPr sz="2775" b="1">
                <a:solidFill>
                  <a:srgbClr val="123F35"/>
                </a:solidFill>
                <a:latin typeface="Arial"/>
                <a:ea typeface="Arial"/>
                <a:cs typeface="Arial"/>
              </a:defRPr>
            </a:lvl3pPr>
            <a:lvl4pPr algn="l">
              <a:defRPr sz="2775" b="1">
                <a:solidFill>
                  <a:srgbClr val="123F35"/>
                </a:solidFill>
                <a:latin typeface="Arial"/>
                <a:ea typeface="Arial"/>
                <a:cs typeface="Arial"/>
              </a:defRPr>
            </a:lvl4pPr>
            <a:lvl5pPr algn="l">
              <a:defRPr sz="2775" b="1">
                <a:solidFill>
                  <a:srgbClr val="123F35"/>
                </a:solidFill>
                <a:latin typeface="Arial"/>
                <a:ea typeface="Arial"/>
                <a:cs typeface="Arial"/>
              </a:defRPr>
            </a:lvl5pPr>
            <a:lvl6pPr algn="l">
              <a:defRPr sz="2775" b="1">
                <a:solidFill>
                  <a:srgbClr val="123F35"/>
                </a:solidFill>
                <a:latin typeface="Arial"/>
                <a:ea typeface="Arial"/>
                <a:cs typeface="Arial"/>
              </a:defRPr>
            </a:lvl6pPr>
            <a:lvl7pPr algn="l">
              <a:defRPr sz="2775" b="1">
                <a:solidFill>
                  <a:srgbClr val="123F35"/>
                </a:solidFill>
                <a:latin typeface="Arial"/>
                <a:ea typeface="Arial"/>
                <a:cs typeface="Arial"/>
              </a:defRPr>
            </a:lvl7pPr>
            <a:lvl8pPr algn="l">
              <a:defRPr sz="2775" b="1">
                <a:solidFill>
                  <a:srgbClr val="123F35"/>
                </a:solidFill>
                <a:latin typeface="Arial"/>
                <a:ea typeface="Arial"/>
                <a:cs typeface="Arial"/>
              </a:defRPr>
            </a:lvl8pPr>
            <a:lvl9pPr algn="l">
              <a:defRPr sz="2775" b="1">
                <a:solidFill>
                  <a:srgbClr val="123F35"/>
                </a:solidFill>
                <a:latin typeface="Arial"/>
                <a:ea typeface="Arial"/>
                <a:cs typeface="Arial"/>
              </a:defRPr>
            </a:lvl9pPr>
          </a:lstStyle>
          <a:p xmlns:a="http://schemas.openxmlformats.org/drawingml/2006/main">
            <a:pPr algn="l">
              <a:defRPr sz="2775" b="1">
                <a:solidFill>
                  <a:srgbClr val="123F35"/>
                </a:solidFill>
                <a:latin typeface="Arial"/>
                <a:ea typeface="Arial"/>
                <a:cs typeface="Arial"/>
              </a:defRPr>
            </a:pPr>
            <a:r>
              <a:rPr sz="2775" b="1">
                <a:solidFill>
                  <a:srgbClr val="123F35"/>
                </a:solidFill>
                <a:latin typeface="Arial"/>
                <a:ea typeface="Arial"/>
                <a:cs typeface="Arial"/>
              </a:rPr>
              <a:t>Thuê bao theo cửa hàng</a:t>
            </a:r>
          </a:p>
        </p:txBody>
      </p:sp>
      <p:sp>
        <p:nvSpPr>
          <p:cNvPr id="12" name="">
            <a:extLst xmlns:a="http://schemas.openxmlformats.org/drawingml/2006/main">
              <a:ext uri="{FF2B5EF4-FFF2-40B4-BE49-F238E27FC236}">
                <a16:creationId xmlns:a16="http://schemas.microsoft.com/office/drawing/2014/main" id="{792BEEDE-F118-4824-933E-E02E0DD0D035}"/>
              </a:ext>
            </a:extLst>
          </p:cNvPr>
          <p:cNvSpPr>
            <a:spLocks xmlns:a="http://schemas.openxmlformats.org/drawingml/2006/main" noGrp="1"/>
          </p:cNvSpPr>
          <p:nvPr/>
        </p:nvSpPr>
        <p:spPr>
          <a:xfrm xmlns:a="http://schemas.openxmlformats.org/drawingml/2006/main">
            <a:off x="6686550" y="3943350"/>
            <a:ext cx="40957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75" b="0">
                <a:solidFill>
                  <a:srgbClr val="63736B"/>
                </a:solidFill>
                <a:latin typeface="Arial"/>
                <a:ea typeface="Arial"/>
                <a:cs typeface="Arial"/>
              </a:defRPr>
            </a:defPPr>
            <a:lvl1pPr algn="l">
              <a:defRPr sz="1575" b="0">
                <a:solidFill>
                  <a:srgbClr val="63736B"/>
                </a:solidFill>
                <a:latin typeface="Arial"/>
                <a:ea typeface="Arial"/>
                <a:cs typeface="Arial"/>
              </a:defRPr>
            </a:lvl1pPr>
            <a:lvl2pPr algn="l">
              <a:defRPr sz="1575" b="0">
                <a:solidFill>
                  <a:srgbClr val="63736B"/>
                </a:solidFill>
                <a:latin typeface="Arial"/>
                <a:ea typeface="Arial"/>
                <a:cs typeface="Arial"/>
              </a:defRPr>
            </a:lvl2pPr>
            <a:lvl3pPr algn="l">
              <a:defRPr sz="1575" b="0">
                <a:solidFill>
                  <a:srgbClr val="63736B"/>
                </a:solidFill>
                <a:latin typeface="Arial"/>
                <a:ea typeface="Arial"/>
                <a:cs typeface="Arial"/>
              </a:defRPr>
            </a:lvl3pPr>
            <a:lvl4pPr algn="l">
              <a:defRPr sz="1575" b="0">
                <a:solidFill>
                  <a:srgbClr val="63736B"/>
                </a:solidFill>
                <a:latin typeface="Arial"/>
                <a:ea typeface="Arial"/>
                <a:cs typeface="Arial"/>
              </a:defRPr>
            </a:lvl4pPr>
            <a:lvl5pPr algn="l">
              <a:defRPr sz="1575" b="0">
                <a:solidFill>
                  <a:srgbClr val="63736B"/>
                </a:solidFill>
                <a:latin typeface="Arial"/>
                <a:ea typeface="Arial"/>
                <a:cs typeface="Arial"/>
              </a:defRPr>
            </a:lvl5pPr>
            <a:lvl6pPr algn="l">
              <a:defRPr sz="1575" b="0">
                <a:solidFill>
                  <a:srgbClr val="63736B"/>
                </a:solidFill>
                <a:latin typeface="Arial"/>
                <a:ea typeface="Arial"/>
                <a:cs typeface="Arial"/>
              </a:defRPr>
            </a:lvl6pPr>
            <a:lvl7pPr algn="l">
              <a:defRPr sz="1575" b="0">
                <a:solidFill>
                  <a:srgbClr val="63736B"/>
                </a:solidFill>
                <a:latin typeface="Arial"/>
                <a:ea typeface="Arial"/>
                <a:cs typeface="Arial"/>
              </a:defRPr>
            </a:lvl7pPr>
            <a:lvl8pPr algn="l">
              <a:defRPr sz="1575" b="0">
                <a:solidFill>
                  <a:srgbClr val="63736B"/>
                </a:solidFill>
                <a:latin typeface="Arial"/>
                <a:ea typeface="Arial"/>
                <a:cs typeface="Arial"/>
              </a:defRPr>
            </a:lvl8pPr>
            <a:lvl9pPr algn="l">
              <a:defRPr sz="1575" b="0">
                <a:solidFill>
                  <a:srgbClr val="63736B"/>
                </a:solidFill>
                <a:latin typeface="Arial"/>
                <a:ea typeface="Arial"/>
                <a:cs typeface="Arial"/>
              </a:defRPr>
            </a:lvl9pPr>
          </a:lstStyle>
          <a:p xmlns:a="http://schemas.openxmlformats.org/drawingml/2006/main">
            <a:pPr algn="l">
              <a:defRPr sz="1575" b="0">
                <a:solidFill>
                  <a:srgbClr val="63736B"/>
                </a:solidFill>
                <a:latin typeface="Arial"/>
                <a:ea typeface="Arial"/>
                <a:cs typeface="Arial"/>
              </a:defRPr>
            </a:pPr>
            <a:r>
              <a:rPr sz="1575" b="0">
                <a:solidFill>
                  <a:srgbClr val="63736B"/>
                </a:solidFill>
                <a:latin typeface="Arial"/>
                <a:ea typeface="Arial"/>
                <a:cs typeface="Arial"/>
              </a:rPr>
              <a:t>Có thể mở rộng theo nhiều điểm bán, kho và kết nối kênh khi nhu cầu, chi phí hỗ trợ và sẵn sàng chi trả được xác nhận.</a:t>
            </a:r>
          </a:p>
        </p:txBody>
      </p:sp>
      <p:sp>
        <p:nvSpPr>
          <p:cNvPr id="13" name="">
            <a:extLst xmlns:a="http://schemas.openxmlformats.org/drawingml/2006/main">
              <a:ext uri="{FF2B5EF4-FFF2-40B4-BE49-F238E27FC236}">
                <a16:creationId xmlns:a16="http://schemas.microsoft.com/office/drawing/2014/main" id="{C766F453-229B-483B-8B61-8675F5320D64}"/>
              </a:ext>
            </a:extLst>
          </p:cNvPr>
          <p:cNvSpPr>
            <a:spLocks xmlns:a="http://schemas.openxmlformats.org/drawingml/2006/main" noGrp="1"/>
          </p:cNvSpPr>
          <p:nvPr/>
        </p:nvSpPr>
        <p:spPr>
          <a:xfrm xmlns:a="http://schemas.openxmlformats.org/drawingml/2006/main">
            <a:off x="781050" y="5743575"/>
            <a:ext cx="1009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A95D42"/>
                </a:solidFill>
                <a:latin typeface="Arial"/>
                <a:ea typeface="Arial"/>
                <a:cs typeface="Arial"/>
              </a:defRPr>
            </a:defPPr>
            <a:lvl1pPr algn="l">
              <a:defRPr sz="1125" b="0">
                <a:solidFill>
                  <a:srgbClr val="A95D42"/>
                </a:solidFill>
                <a:latin typeface="Arial"/>
                <a:ea typeface="Arial"/>
                <a:cs typeface="Arial"/>
              </a:defRPr>
            </a:lvl1pPr>
            <a:lvl2pPr algn="l">
              <a:defRPr sz="1125" b="0">
                <a:solidFill>
                  <a:srgbClr val="A95D42"/>
                </a:solidFill>
                <a:latin typeface="Arial"/>
                <a:ea typeface="Arial"/>
                <a:cs typeface="Arial"/>
              </a:defRPr>
            </a:lvl2pPr>
            <a:lvl3pPr algn="l">
              <a:defRPr sz="1125" b="0">
                <a:solidFill>
                  <a:srgbClr val="A95D42"/>
                </a:solidFill>
                <a:latin typeface="Arial"/>
                <a:ea typeface="Arial"/>
                <a:cs typeface="Arial"/>
              </a:defRPr>
            </a:lvl3pPr>
            <a:lvl4pPr algn="l">
              <a:defRPr sz="1125" b="0">
                <a:solidFill>
                  <a:srgbClr val="A95D42"/>
                </a:solidFill>
                <a:latin typeface="Arial"/>
                <a:ea typeface="Arial"/>
                <a:cs typeface="Arial"/>
              </a:defRPr>
            </a:lvl4pPr>
            <a:lvl5pPr algn="l">
              <a:defRPr sz="1125" b="0">
                <a:solidFill>
                  <a:srgbClr val="A95D42"/>
                </a:solidFill>
                <a:latin typeface="Arial"/>
                <a:ea typeface="Arial"/>
                <a:cs typeface="Arial"/>
              </a:defRPr>
            </a:lvl5pPr>
            <a:lvl6pPr algn="l">
              <a:defRPr sz="1125" b="0">
                <a:solidFill>
                  <a:srgbClr val="A95D42"/>
                </a:solidFill>
                <a:latin typeface="Arial"/>
                <a:ea typeface="Arial"/>
                <a:cs typeface="Arial"/>
              </a:defRPr>
            </a:lvl6pPr>
            <a:lvl7pPr algn="l">
              <a:defRPr sz="1125" b="0">
                <a:solidFill>
                  <a:srgbClr val="A95D42"/>
                </a:solidFill>
                <a:latin typeface="Arial"/>
                <a:ea typeface="Arial"/>
                <a:cs typeface="Arial"/>
              </a:defRPr>
            </a:lvl7pPr>
            <a:lvl8pPr algn="l">
              <a:defRPr sz="1125" b="0">
                <a:solidFill>
                  <a:srgbClr val="A95D42"/>
                </a:solidFill>
                <a:latin typeface="Arial"/>
                <a:ea typeface="Arial"/>
                <a:cs typeface="Arial"/>
              </a:defRPr>
            </a:lvl8pPr>
            <a:lvl9pPr algn="l">
              <a:defRPr sz="1125" b="0">
                <a:solidFill>
                  <a:srgbClr val="A95D42"/>
                </a:solidFill>
                <a:latin typeface="Arial"/>
                <a:ea typeface="Arial"/>
                <a:cs typeface="Arial"/>
              </a:defRPr>
            </a:lvl9pPr>
          </a:lstStyle>
          <a:p xmlns:a="http://schemas.openxmlformats.org/drawingml/2006/main">
            <a:pPr algn="l">
              <a:defRPr sz="1125" b="0">
                <a:solidFill>
                  <a:srgbClr val="A95D42"/>
                </a:solidFill>
                <a:latin typeface="Arial"/>
                <a:ea typeface="Arial"/>
                <a:cs typeface="Arial"/>
              </a:defRPr>
            </a:pPr>
            <a:r>
              <a:rPr sz="1125" b="0">
                <a:solidFill>
                  <a:srgbClr val="A95D42"/>
                </a:solidFill>
                <a:latin typeface="Arial"/>
                <a:ea typeface="Arial"/>
                <a:cs typeface="Arial"/>
              </a:rPr>
              <a:t>Chưa đặt giá. Chưa có doanh thu, khách hàng trả phí hoặc khảo sát mức sẵn sàng chi trả được xác nhận.</a:t>
            </a:r>
          </a:p>
        </p:txBody>
      </p:sp>
    </p:spTree>
    <p:extLst>
      <p:ext uri="{BB962C8B-B14F-4D97-AF65-F5344CB8AC3E}">
        <p14:creationId xmlns:p14="http://schemas.microsoft.com/office/powerpoint/2010/main" val="1930239498"/>
      </p:ext>
    </p:extLst>
  </p:cSld>
</p:sld>
</file>

<file path=ppt/slides/slide7.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20" name="slide-7-title">
            <a:extLst xmlns:a="http://schemas.openxmlformats.org/drawingml/2006/main">
              <a:ext uri="{FF2B5EF4-FFF2-40B4-BE49-F238E27FC236}">
                <a16:creationId xmlns:a16="http://schemas.microsoft.com/office/drawing/2014/main" id="{DC6E8794-A4C5-4DC3-9991-A379A394FC7C}"/>
              </a:ext>
            </a:extLst>
          </p:cNvPr>
          <p:cNvSpPr>
            <a:spLocks xmlns:a="http://schemas.openxmlformats.org/drawingml/2006/main" noGrp="1"/>
          </p:cNvSpPr>
          <p:nvPr/>
        </p:nvSpPr>
        <p:spPr>
          <a:xfrm xmlns:a="http://schemas.openxmlformats.org/drawingml/2006/main">
            <a:off x="685800" y="514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225" b="1">
                <a:solidFill>
                  <a:srgbClr val="17352B"/>
                </a:solidFill>
                <a:latin typeface="Arial"/>
                <a:ea typeface="Arial"/>
                <a:cs typeface="Arial"/>
              </a:defRPr>
            </a:defPPr>
            <a:lvl1pPr algn="l">
              <a:defRPr sz="3225" b="1">
                <a:solidFill>
                  <a:srgbClr val="17352B"/>
                </a:solidFill>
                <a:latin typeface="Arial"/>
                <a:ea typeface="Arial"/>
                <a:cs typeface="Arial"/>
              </a:defRPr>
            </a:lvl1pPr>
            <a:lvl2pPr algn="l">
              <a:defRPr sz="3225" b="1">
                <a:solidFill>
                  <a:srgbClr val="17352B"/>
                </a:solidFill>
                <a:latin typeface="Arial"/>
                <a:ea typeface="Arial"/>
                <a:cs typeface="Arial"/>
              </a:defRPr>
            </a:lvl2pPr>
            <a:lvl3pPr algn="l">
              <a:defRPr sz="3225" b="1">
                <a:solidFill>
                  <a:srgbClr val="17352B"/>
                </a:solidFill>
                <a:latin typeface="Arial"/>
                <a:ea typeface="Arial"/>
                <a:cs typeface="Arial"/>
              </a:defRPr>
            </a:lvl3pPr>
            <a:lvl4pPr algn="l">
              <a:defRPr sz="3225" b="1">
                <a:solidFill>
                  <a:srgbClr val="17352B"/>
                </a:solidFill>
                <a:latin typeface="Arial"/>
                <a:ea typeface="Arial"/>
                <a:cs typeface="Arial"/>
              </a:defRPr>
            </a:lvl4pPr>
            <a:lvl5pPr algn="l">
              <a:defRPr sz="3225" b="1">
                <a:solidFill>
                  <a:srgbClr val="17352B"/>
                </a:solidFill>
                <a:latin typeface="Arial"/>
                <a:ea typeface="Arial"/>
                <a:cs typeface="Arial"/>
              </a:defRPr>
            </a:lvl5pPr>
            <a:lvl6pPr algn="l">
              <a:defRPr sz="3225" b="1">
                <a:solidFill>
                  <a:srgbClr val="17352B"/>
                </a:solidFill>
                <a:latin typeface="Arial"/>
                <a:ea typeface="Arial"/>
                <a:cs typeface="Arial"/>
              </a:defRPr>
            </a:lvl6pPr>
            <a:lvl7pPr algn="l">
              <a:defRPr sz="3225" b="1">
                <a:solidFill>
                  <a:srgbClr val="17352B"/>
                </a:solidFill>
                <a:latin typeface="Arial"/>
                <a:ea typeface="Arial"/>
                <a:cs typeface="Arial"/>
              </a:defRPr>
            </a:lvl7pPr>
            <a:lvl8pPr algn="l">
              <a:defRPr sz="3225" b="1">
                <a:solidFill>
                  <a:srgbClr val="17352B"/>
                </a:solidFill>
                <a:latin typeface="Arial"/>
                <a:ea typeface="Arial"/>
                <a:cs typeface="Arial"/>
              </a:defRPr>
            </a:lvl8pPr>
            <a:lvl9pPr algn="l">
              <a:defRPr sz="3225" b="1">
                <a:solidFill>
                  <a:srgbClr val="17352B"/>
                </a:solidFill>
                <a:latin typeface="Arial"/>
                <a:ea typeface="Arial"/>
                <a:cs typeface="Arial"/>
              </a:defRPr>
            </a:lvl9pPr>
          </a:lstStyle>
          <a:p xmlns:a="http://schemas.openxmlformats.org/drawingml/2006/main">
            <a:pPr algn="l">
              <a:defRPr sz="3225" b="1">
                <a:solidFill>
                  <a:srgbClr val="17352B"/>
                </a:solidFill>
                <a:latin typeface="Arial"/>
                <a:ea typeface="Arial"/>
                <a:cs typeface="Arial"/>
              </a:defRPr>
            </a:pPr>
            <a:r>
              <a:rPr sz="3225" b="1">
                <a:solidFill>
                  <a:srgbClr val="17352B"/>
                </a:solidFill>
                <a:latin typeface="Arial"/>
                <a:ea typeface="Arial"/>
                <a:cs typeface="Arial"/>
              </a:rPr>
              <a:t>Slink cần chứng minh giá trị ở đâu</a:t>
            </a:r>
          </a:p>
        </p:txBody>
      </p:sp>
      <p:sp>
        <p:nvSpPr>
          <p:cNvPr id="2" name="">
            <a:extLst xmlns:a="http://schemas.openxmlformats.org/drawingml/2006/main">
              <a:ext uri="{FF2B5EF4-FFF2-40B4-BE49-F238E27FC236}">
                <a16:creationId xmlns:a16="http://schemas.microsoft.com/office/drawing/2014/main" id="{1CB7092A-901B-48BB-A29A-8646E264E567}"/>
              </a:ext>
            </a:extLst>
          </p:cNvPr>
          <p:cNvSpPr>
            <a:spLocks xmlns:a="http://schemas.openxmlformats.org/drawingml/2006/main" noGrp="1"/>
          </p:cNvSpPr>
          <p:nvPr/>
        </p:nvSpPr>
        <p:spPr>
          <a:xfrm xmlns:a="http://schemas.openxmlformats.org/drawingml/2006/main">
            <a:off x="704850" y="1200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Định vị là giả thuyết sản phẩm — không phải tuyên bố hơn các phần mềm bán lẻ khác.</a:t>
            </a:r>
          </a:p>
        </p:txBody>
      </p:sp>
      <p:sp>
        <p:nvSpPr>
          <p:cNvPr id="3" name="">
            <a:extLst xmlns:a="http://schemas.openxmlformats.org/drawingml/2006/main">
              <a:ext uri="{FF2B5EF4-FFF2-40B4-BE49-F238E27FC236}">
                <a16:creationId xmlns:a16="http://schemas.microsoft.com/office/drawing/2014/main" id="{120BC5D8-ACB1-416E-8AF4-0E5359EB9683}"/>
              </a:ext>
            </a:extLst>
          </p:cNvPr>
          <p:cNvSpPr>
            <a:spLocks xmlns:a="http://schemas.openxmlformats.org/drawingml/2006/main" noGrp="1"/>
          </p:cNvSpPr>
          <p:nvPr/>
        </p:nvSpPr>
        <p:spPr>
          <a:xfrm xmlns:a="http://schemas.openxmlformats.org/drawingml/2006/main">
            <a:off x="685800" y="1781175"/>
            <a:ext cx="5334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B0E6CAF-4B2E-4D53-A490-4E0F284EBFA2}"/>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63736B"/>
                </a:solidFill>
                <a:latin typeface="Arial"/>
                <a:ea typeface="Arial"/>
                <a:cs typeface="Arial"/>
              </a:defRPr>
            </a:defPPr>
            <a:lvl1pPr algn="l">
              <a:defRPr sz="975" b="1">
                <a:solidFill>
                  <a:srgbClr val="63736B"/>
                </a:solidFill>
                <a:latin typeface="Arial"/>
                <a:ea typeface="Arial"/>
                <a:cs typeface="Arial"/>
              </a:defRPr>
            </a:lvl1pPr>
            <a:lvl2pPr algn="l">
              <a:defRPr sz="975" b="1">
                <a:solidFill>
                  <a:srgbClr val="63736B"/>
                </a:solidFill>
                <a:latin typeface="Arial"/>
                <a:ea typeface="Arial"/>
                <a:cs typeface="Arial"/>
              </a:defRPr>
            </a:lvl2pPr>
            <a:lvl3pPr algn="l">
              <a:defRPr sz="975" b="1">
                <a:solidFill>
                  <a:srgbClr val="63736B"/>
                </a:solidFill>
                <a:latin typeface="Arial"/>
                <a:ea typeface="Arial"/>
                <a:cs typeface="Arial"/>
              </a:defRPr>
            </a:lvl3pPr>
            <a:lvl4pPr algn="l">
              <a:defRPr sz="975" b="1">
                <a:solidFill>
                  <a:srgbClr val="63736B"/>
                </a:solidFill>
                <a:latin typeface="Arial"/>
                <a:ea typeface="Arial"/>
                <a:cs typeface="Arial"/>
              </a:defRPr>
            </a:lvl4pPr>
            <a:lvl5pPr algn="l">
              <a:defRPr sz="975" b="1">
                <a:solidFill>
                  <a:srgbClr val="63736B"/>
                </a:solidFill>
                <a:latin typeface="Arial"/>
                <a:ea typeface="Arial"/>
                <a:cs typeface="Arial"/>
              </a:defRPr>
            </a:lvl5pPr>
            <a:lvl6pPr algn="l">
              <a:defRPr sz="975" b="1">
                <a:solidFill>
                  <a:srgbClr val="63736B"/>
                </a:solidFill>
                <a:latin typeface="Arial"/>
                <a:ea typeface="Arial"/>
                <a:cs typeface="Arial"/>
              </a:defRPr>
            </a:lvl6pPr>
            <a:lvl7pPr algn="l">
              <a:defRPr sz="975" b="1">
                <a:solidFill>
                  <a:srgbClr val="63736B"/>
                </a:solidFill>
                <a:latin typeface="Arial"/>
                <a:ea typeface="Arial"/>
                <a:cs typeface="Arial"/>
              </a:defRPr>
            </a:lvl7pPr>
            <a:lvl8pPr algn="l">
              <a:defRPr sz="975" b="1">
                <a:solidFill>
                  <a:srgbClr val="63736B"/>
                </a:solidFill>
                <a:latin typeface="Arial"/>
                <a:ea typeface="Arial"/>
                <a:cs typeface="Arial"/>
              </a:defRPr>
            </a:lvl8pPr>
            <a:lvl9pPr algn="l">
              <a:defRPr sz="975" b="1">
                <a:solidFill>
                  <a:srgbClr val="63736B"/>
                </a:solidFill>
                <a:latin typeface="Arial"/>
                <a:ea typeface="Arial"/>
                <a:cs typeface="Arial"/>
              </a:defRPr>
            </a:lvl9pPr>
          </a:lstStyle>
          <a:p xmlns:a="http://schemas.openxmlformats.org/drawingml/2006/main">
            <a:pPr algn="l">
              <a:defRPr sz="975" b="1">
                <a:solidFill>
                  <a:srgbClr val="63736B"/>
                </a:solidFill>
                <a:latin typeface="Arial"/>
                <a:ea typeface="Arial"/>
                <a:cs typeface="Arial"/>
              </a:defRPr>
            </a:pPr>
            <a:r>
              <a:rPr sz="975" b="1">
                <a:solidFill>
                  <a:srgbClr val="63736B"/>
                </a:solidFill>
                <a:latin typeface="Arial"/>
                <a:ea typeface="Arial"/>
                <a:cs typeface="Arial"/>
              </a:rPr>
              <a:t>SLINK  /  HỒ SƠ GIỚI THIỆU SẢN PHẨM</a:t>
            </a:r>
          </a:p>
        </p:txBody>
      </p:sp>
      <p:sp>
        <p:nvSpPr>
          <p:cNvPr id="5" name="">
            <a:extLst xmlns:a="http://schemas.openxmlformats.org/drawingml/2006/main">
              <a:ext uri="{FF2B5EF4-FFF2-40B4-BE49-F238E27FC236}">
                <a16:creationId xmlns:a16="http://schemas.microsoft.com/office/drawing/2014/main" id="{BEA986FA-588C-4F4F-BD06-92415C12CDAA}"/>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63736B"/>
                </a:solidFill>
                <a:latin typeface="Arial"/>
                <a:ea typeface="Arial"/>
                <a:cs typeface="Arial"/>
              </a:defRPr>
            </a:defPPr>
            <a:lvl1pPr algn="r">
              <a:defRPr sz="975" b="1">
                <a:solidFill>
                  <a:srgbClr val="63736B"/>
                </a:solidFill>
                <a:latin typeface="Arial"/>
                <a:ea typeface="Arial"/>
                <a:cs typeface="Arial"/>
              </a:defRPr>
            </a:lvl1pPr>
            <a:lvl2pPr algn="r">
              <a:defRPr sz="975" b="1">
                <a:solidFill>
                  <a:srgbClr val="63736B"/>
                </a:solidFill>
                <a:latin typeface="Arial"/>
                <a:ea typeface="Arial"/>
                <a:cs typeface="Arial"/>
              </a:defRPr>
            </a:lvl2pPr>
            <a:lvl3pPr algn="r">
              <a:defRPr sz="975" b="1">
                <a:solidFill>
                  <a:srgbClr val="63736B"/>
                </a:solidFill>
                <a:latin typeface="Arial"/>
                <a:ea typeface="Arial"/>
                <a:cs typeface="Arial"/>
              </a:defRPr>
            </a:lvl3pPr>
            <a:lvl4pPr algn="r">
              <a:defRPr sz="975" b="1">
                <a:solidFill>
                  <a:srgbClr val="63736B"/>
                </a:solidFill>
                <a:latin typeface="Arial"/>
                <a:ea typeface="Arial"/>
                <a:cs typeface="Arial"/>
              </a:defRPr>
            </a:lvl4pPr>
            <a:lvl5pPr algn="r">
              <a:defRPr sz="975" b="1">
                <a:solidFill>
                  <a:srgbClr val="63736B"/>
                </a:solidFill>
                <a:latin typeface="Arial"/>
                <a:ea typeface="Arial"/>
                <a:cs typeface="Arial"/>
              </a:defRPr>
            </a:lvl5pPr>
            <a:lvl6pPr algn="r">
              <a:defRPr sz="975" b="1">
                <a:solidFill>
                  <a:srgbClr val="63736B"/>
                </a:solidFill>
                <a:latin typeface="Arial"/>
                <a:ea typeface="Arial"/>
                <a:cs typeface="Arial"/>
              </a:defRPr>
            </a:lvl6pPr>
            <a:lvl7pPr algn="r">
              <a:defRPr sz="975" b="1">
                <a:solidFill>
                  <a:srgbClr val="63736B"/>
                </a:solidFill>
                <a:latin typeface="Arial"/>
                <a:ea typeface="Arial"/>
                <a:cs typeface="Arial"/>
              </a:defRPr>
            </a:lvl7pPr>
            <a:lvl8pPr algn="r">
              <a:defRPr sz="975" b="1">
                <a:solidFill>
                  <a:srgbClr val="63736B"/>
                </a:solidFill>
                <a:latin typeface="Arial"/>
                <a:ea typeface="Arial"/>
                <a:cs typeface="Arial"/>
              </a:defRPr>
            </a:lvl8pPr>
            <a:lvl9pPr algn="r">
              <a:defRPr sz="975" b="1">
                <a:solidFill>
                  <a:srgbClr val="63736B"/>
                </a:solidFill>
                <a:latin typeface="Arial"/>
                <a:ea typeface="Arial"/>
                <a:cs typeface="Arial"/>
              </a:defRPr>
            </a:lvl9pPr>
          </a:lstStyle>
          <a:p xmlns:a="http://schemas.openxmlformats.org/drawingml/2006/main">
            <a:pPr algn="r">
              <a:defRPr sz="975" b="1">
                <a:solidFill>
                  <a:srgbClr val="63736B"/>
                </a:solidFill>
                <a:latin typeface="Arial"/>
                <a:ea typeface="Arial"/>
                <a:cs typeface="Arial"/>
              </a:defRPr>
            </a:pPr>
            <a:r>
              <a:rPr sz="975" b="1">
                <a:solidFill>
                  <a:srgbClr val="63736B"/>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E2CB97D7-2BA7-461A-BC19-176C711ACF1C}"/>
              </a:ext>
            </a:extLst>
          </p:cNvPr>
          <p:cNvSpPr>
            <a:spLocks xmlns:a="http://schemas.openxmlformats.org/drawingml/2006/main" noGrp="1"/>
          </p:cNvSpPr>
          <p:nvPr/>
        </p:nvSpPr>
        <p:spPr>
          <a:xfrm xmlns:a="http://schemas.openxmlformats.org/drawingml/2006/main">
            <a:off x="781050" y="2409825"/>
            <a:ext cx="704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A95D42"/>
                </a:solidFill>
                <a:latin typeface="Arial"/>
                <a:ea typeface="Arial"/>
                <a:cs typeface="Arial"/>
              </a:defRPr>
            </a:defPPr>
            <a:lvl1pPr algn="l">
              <a:defRPr sz="2250" b="1">
                <a:solidFill>
                  <a:srgbClr val="A95D42"/>
                </a:solidFill>
                <a:latin typeface="Arial"/>
                <a:ea typeface="Arial"/>
                <a:cs typeface="Arial"/>
              </a:defRPr>
            </a:lvl1pPr>
            <a:lvl2pPr algn="l">
              <a:defRPr sz="2250" b="1">
                <a:solidFill>
                  <a:srgbClr val="A95D42"/>
                </a:solidFill>
                <a:latin typeface="Arial"/>
                <a:ea typeface="Arial"/>
                <a:cs typeface="Arial"/>
              </a:defRPr>
            </a:lvl2pPr>
            <a:lvl3pPr algn="l">
              <a:defRPr sz="2250" b="1">
                <a:solidFill>
                  <a:srgbClr val="A95D42"/>
                </a:solidFill>
                <a:latin typeface="Arial"/>
                <a:ea typeface="Arial"/>
                <a:cs typeface="Arial"/>
              </a:defRPr>
            </a:lvl3pPr>
            <a:lvl4pPr algn="l">
              <a:defRPr sz="2250" b="1">
                <a:solidFill>
                  <a:srgbClr val="A95D42"/>
                </a:solidFill>
                <a:latin typeface="Arial"/>
                <a:ea typeface="Arial"/>
                <a:cs typeface="Arial"/>
              </a:defRPr>
            </a:lvl4pPr>
            <a:lvl5pPr algn="l">
              <a:defRPr sz="2250" b="1">
                <a:solidFill>
                  <a:srgbClr val="A95D42"/>
                </a:solidFill>
                <a:latin typeface="Arial"/>
                <a:ea typeface="Arial"/>
                <a:cs typeface="Arial"/>
              </a:defRPr>
            </a:lvl5pPr>
            <a:lvl6pPr algn="l">
              <a:defRPr sz="2250" b="1">
                <a:solidFill>
                  <a:srgbClr val="A95D42"/>
                </a:solidFill>
                <a:latin typeface="Arial"/>
                <a:ea typeface="Arial"/>
                <a:cs typeface="Arial"/>
              </a:defRPr>
            </a:lvl6pPr>
            <a:lvl7pPr algn="l">
              <a:defRPr sz="2250" b="1">
                <a:solidFill>
                  <a:srgbClr val="A95D42"/>
                </a:solidFill>
                <a:latin typeface="Arial"/>
                <a:ea typeface="Arial"/>
                <a:cs typeface="Arial"/>
              </a:defRPr>
            </a:lvl7pPr>
            <a:lvl8pPr algn="l">
              <a:defRPr sz="2250" b="1">
                <a:solidFill>
                  <a:srgbClr val="A95D42"/>
                </a:solidFill>
                <a:latin typeface="Arial"/>
                <a:ea typeface="Arial"/>
                <a:cs typeface="Arial"/>
              </a:defRPr>
            </a:lvl8pPr>
            <a:lvl9pPr algn="l">
              <a:defRPr sz="2250" b="1">
                <a:solidFill>
                  <a:srgbClr val="A95D42"/>
                </a:solidFill>
                <a:latin typeface="Arial"/>
                <a:ea typeface="Arial"/>
                <a:cs typeface="Arial"/>
              </a:defRPr>
            </a:lvl9pPr>
          </a:lstStyle>
          <a:p xmlns:a="http://schemas.openxmlformats.org/drawingml/2006/main">
            <a:pPr algn="l">
              <a:defRPr sz="2250" b="1">
                <a:solidFill>
                  <a:srgbClr val="A95D42"/>
                </a:solidFill>
                <a:latin typeface="Arial"/>
                <a:ea typeface="Arial"/>
                <a:cs typeface="Arial"/>
              </a:defRPr>
            </a:pPr>
            <a:r>
              <a:rPr sz="2250" b="1">
                <a:solidFill>
                  <a:srgbClr val="A95D4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A498A403-E358-4109-A689-0236CC1A8D42}"/>
              </a:ext>
            </a:extLst>
          </p:cNvPr>
          <p:cNvSpPr>
            <a:spLocks xmlns:a="http://schemas.openxmlformats.org/drawingml/2006/main" noGrp="1"/>
          </p:cNvSpPr>
          <p:nvPr/>
        </p:nvSpPr>
        <p:spPr>
          <a:xfrm xmlns:a="http://schemas.openxmlformats.org/drawingml/2006/main">
            <a:off x="781050" y="3105150"/>
            <a:ext cx="320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23F35"/>
                </a:solidFill>
                <a:latin typeface="Arial"/>
                <a:ea typeface="Arial"/>
                <a:cs typeface="Arial"/>
              </a:defRPr>
            </a:defPPr>
            <a:lvl1pPr algn="l">
              <a:defRPr sz="2025" b="1">
                <a:solidFill>
                  <a:srgbClr val="123F35"/>
                </a:solidFill>
                <a:latin typeface="Arial"/>
                <a:ea typeface="Arial"/>
                <a:cs typeface="Arial"/>
              </a:defRPr>
            </a:lvl1pPr>
            <a:lvl2pPr algn="l">
              <a:defRPr sz="2025" b="1">
                <a:solidFill>
                  <a:srgbClr val="123F35"/>
                </a:solidFill>
                <a:latin typeface="Arial"/>
                <a:ea typeface="Arial"/>
                <a:cs typeface="Arial"/>
              </a:defRPr>
            </a:lvl2pPr>
            <a:lvl3pPr algn="l">
              <a:defRPr sz="2025" b="1">
                <a:solidFill>
                  <a:srgbClr val="123F35"/>
                </a:solidFill>
                <a:latin typeface="Arial"/>
                <a:ea typeface="Arial"/>
                <a:cs typeface="Arial"/>
              </a:defRPr>
            </a:lvl3pPr>
            <a:lvl4pPr algn="l">
              <a:defRPr sz="2025" b="1">
                <a:solidFill>
                  <a:srgbClr val="123F35"/>
                </a:solidFill>
                <a:latin typeface="Arial"/>
                <a:ea typeface="Arial"/>
                <a:cs typeface="Arial"/>
              </a:defRPr>
            </a:lvl4pPr>
            <a:lvl5pPr algn="l">
              <a:defRPr sz="2025" b="1">
                <a:solidFill>
                  <a:srgbClr val="123F35"/>
                </a:solidFill>
                <a:latin typeface="Arial"/>
                <a:ea typeface="Arial"/>
                <a:cs typeface="Arial"/>
              </a:defRPr>
            </a:lvl5pPr>
            <a:lvl6pPr algn="l">
              <a:defRPr sz="2025" b="1">
                <a:solidFill>
                  <a:srgbClr val="123F35"/>
                </a:solidFill>
                <a:latin typeface="Arial"/>
                <a:ea typeface="Arial"/>
                <a:cs typeface="Arial"/>
              </a:defRPr>
            </a:lvl6pPr>
            <a:lvl7pPr algn="l">
              <a:defRPr sz="2025" b="1">
                <a:solidFill>
                  <a:srgbClr val="123F35"/>
                </a:solidFill>
                <a:latin typeface="Arial"/>
                <a:ea typeface="Arial"/>
                <a:cs typeface="Arial"/>
              </a:defRPr>
            </a:lvl7pPr>
            <a:lvl8pPr algn="l">
              <a:defRPr sz="2025" b="1">
                <a:solidFill>
                  <a:srgbClr val="123F35"/>
                </a:solidFill>
                <a:latin typeface="Arial"/>
                <a:ea typeface="Arial"/>
                <a:cs typeface="Arial"/>
              </a:defRPr>
            </a:lvl8pPr>
            <a:lvl9pPr algn="l">
              <a:defRPr sz="2025" b="1">
                <a:solidFill>
                  <a:srgbClr val="123F35"/>
                </a:solidFill>
                <a:latin typeface="Arial"/>
                <a:ea typeface="Arial"/>
                <a:cs typeface="Arial"/>
              </a:defRPr>
            </a:lvl9pPr>
          </a:lstStyle>
          <a:p xmlns:a="http://schemas.openxmlformats.org/drawingml/2006/main">
            <a:pPr algn="l">
              <a:defRPr sz="2025" b="1">
                <a:solidFill>
                  <a:srgbClr val="123F35"/>
                </a:solidFill>
                <a:latin typeface="Arial"/>
                <a:ea typeface="Arial"/>
                <a:cs typeface="Arial"/>
              </a:defRPr>
            </a:pPr>
            <a:r>
              <a:rPr sz="2025" b="1">
                <a:solidFill>
                  <a:srgbClr val="123F35"/>
                </a:solidFill>
                <a:latin typeface="Arial"/>
                <a:ea typeface="Arial"/>
                <a:cs typeface="Arial"/>
              </a:rPr>
              <a:t>Một lịch sử giao dịch</a:t>
            </a:r>
          </a:p>
        </p:txBody>
      </p:sp>
      <p:sp>
        <p:nvSpPr>
          <p:cNvPr id="8" name="">
            <a:extLst xmlns:a="http://schemas.openxmlformats.org/drawingml/2006/main">
              <a:ext uri="{FF2B5EF4-FFF2-40B4-BE49-F238E27FC236}">
                <a16:creationId xmlns:a16="http://schemas.microsoft.com/office/drawing/2014/main" id="{F702E791-1547-49E7-9ED4-455D1911B8AF}"/>
              </a:ext>
            </a:extLst>
          </p:cNvPr>
          <p:cNvSpPr>
            <a:spLocks xmlns:a="http://schemas.openxmlformats.org/drawingml/2006/main" noGrp="1"/>
          </p:cNvSpPr>
          <p:nvPr/>
        </p:nvSpPr>
        <p:spPr>
          <a:xfrm xmlns:a="http://schemas.openxmlformats.org/drawingml/2006/main">
            <a:off x="781050" y="3800475"/>
            <a:ext cx="647700" cy="38100"/>
          </a:xfrm>
          <a:prstGeom xmlns:a="http://schemas.openxmlformats.org/drawingml/2006/main" prst="roundRect">
            <a:avLst>
              <a:gd name="adj" fmla="val 50000"/>
            </a:avLst>
          </a:prstGeom>
          <a:solidFill xmlns:a="http://schemas.openxmlformats.org/drawingml/2006/main">
            <a:srgbClr val="C8F36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EA51DFA-E713-446C-93C7-CF95BC94D0ED}"/>
              </a:ext>
            </a:extLst>
          </p:cNvPr>
          <p:cNvSpPr>
            <a:spLocks xmlns:a="http://schemas.openxmlformats.org/drawingml/2006/main" noGrp="1"/>
          </p:cNvSpPr>
          <p:nvPr/>
        </p:nvSpPr>
        <p:spPr>
          <a:xfrm xmlns:a="http://schemas.openxmlformats.org/drawingml/2006/main">
            <a:off x="781050" y="40957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Bán, đổi trả, tồn, thanh toán và công nợ cùng truy lại được.</a:t>
            </a:r>
          </a:p>
        </p:txBody>
      </p:sp>
      <p:sp>
        <p:nvSpPr>
          <p:cNvPr id="10" name="">
            <a:extLst xmlns:a="http://schemas.openxmlformats.org/drawingml/2006/main">
              <a:ext uri="{FF2B5EF4-FFF2-40B4-BE49-F238E27FC236}">
                <a16:creationId xmlns:a16="http://schemas.microsoft.com/office/drawing/2014/main" id="{BB550F30-57C8-4FE3-A736-0A6F0FFFC1BF}"/>
              </a:ext>
            </a:extLst>
          </p:cNvPr>
          <p:cNvSpPr>
            <a:spLocks xmlns:a="http://schemas.openxmlformats.org/drawingml/2006/main" noGrp="1"/>
          </p:cNvSpPr>
          <p:nvPr/>
        </p:nvSpPr>
        <p:spPr>
          <a:xfrm xmlns:a="http://schemas.openxmlformats.org/drawingml/2006/main">
            <a:off x="4495800" y="2409825"/>
            <a:ext cx="704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A95D42"/>
                </a:solidFill>
                <a:latin typeface="Arial"/>
                <a:ea typeface="Arial"/>
                <a:cs typeface="Arial"/>
              </a:defRPr>
            </a:defPPr>
            <a:lvl1pPr algn="l">
              <a:defRPr sz="2250" b="1">
                <a:solidFill>
                  <a:srgbClr val="A95D42"/>
                </a:solidFill>
                <a:latin typeface="Arial"/>
                <a:ea typeface="Arial"/>
                <a:cs typeface="Arial"/>
              </a:defRPr>
            </a:lvl1pPr>
            <a:lvl2pPr algn="l">
              <a:defRPr sz="2250" b="1">
                <a:solidFill>
                  <a:srgbClr val="A95D42"/>
                </a:solidFill>
                <a:latin typeface="Arial"/>
                <a:ea typeface="Arial"/>
                <a:cs typeface="Arial"/>
              </a:defRPr>
            </a:lvl2pPr>
            <a:lvl3pPr algn="l">
              <a:defRPr sz="2250" b="1">
                <a:solidFill>
                  <a:srgbClr val="A95D42"/>
                </a:solidFill>
                <a:latin typeface="Arial"/>
                <a:ea typeface="Arial"/>
                <a:cs typeface="Arial"/>
              </a:defRPr>
            </a:lvl3pPr>
            <a:lvl4pPr algn="l">
              <a:defRPr sz="2250" b="1">
                <a:solidFill>
                  <a:srgbClr val="A95D42"/>
                </a:solidFill>
                <a:latin typeface="Arial"/>
                <a:ea typeface="Arial"/>
                <a:cs typeface="Arial"/>
              </a:defRPr>
            </a:lvl4pPr>
            <a:lvl5pPr algn="l">
              <a:defRPr sz="2250" b="1">
                <a:solidFill>
                  <a:srgbClr val="A95D42"/>
                </a:solidFill>
                <a:latin typeface="Arial"/>
                <a:ea typeface="Arial"/>
                <a:cs typeface="Arial"/>
              </a:defRPr>
            </a:lvl5pPr>
            <a:lvl6pPr algn="l">
              <a:defRPr sz="2250" b="1">
                <a:solidFill>
                  <a:srgbClr val="A95D42"/>
                </a:solidFill>
                <a:latin typeface="Arial"/>
                <a:ea typeface="Arial"/>
                <a:cs typeface="Arial"/>
              </a:defRPr>
            </a:lvl6pPr>
            <a:lvl7pPr algn="l">
              <a:defRPr sz="2250" b="1">
                <a:solidFill>
                  <a:srgbClr val="A95D42"/>
                </a:solidFill>
                <a:latin typeface="Arial"/>
                <a:ea typeface="Arial"/>
                <a:cs typeface="Arial"/>
              </a:defRPr>
            </a:lvl7pPr>
            <a:lvl8pPr algn="l">
              <a:defRPr sz="2250" b="1">
                <a:solidFill>
                  <a:srgbClr val="A95D42"/>
                </a:solidFill>
                <a:latin typeface="Arial"/>
                <a:ea typeface="Arial"/>
                <a:cs typeface="Arial"/>
              </a:defRPr>
            </a:lvl8pPr>
            <a:lvl9pPr algn="l">
              <a:defRPr sz="2250" b="1">
                <a:solidFill>
                  <a:srgbClr val="A95D42"/>
                </a:solidFill>
                <a:latin typeface="Arial"/>
                <a:ea typeface="Arial"/>
                <a:cs typeface="Arial"/>
              </a:defRPr>
            </a:lvl9pPr>
          </a:lstStyle>
          <a:p xmlns:a="http://schemas.openxmlformats.org/drawingml/2006/main">
            <a:pPr algn="l">
              <a:defRPr sz="2250" b="1">
                <a:solidFill>
                  <a:srgbClr val="A95D42"/>
                </a:solidFill>
                <a:latin typeface="Arial"/>
                <a:ea typeface="Arial"/>
                <a:cs typeface="Arial"/>
              </a:defRPr>
            </a:pPr>
            <a:r>
              <a:rPr sz="2250" b="1">
                <a:solidFill>
                  <a:srgbClr val="A95D42"/>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85D8A468-FD72-4455-A9BB-E639924C559B}"/>
              </a:ext>
            </a:extLst>
          </p:cNvPr>
          <p:cNvSpPr>
            <a:spLocks xmlns:a="http://schemas.openxmlformats.org/drawingml/2006/main" noGrp="1"/>
          </p:cNvSpPr>
          <p:nvPr/>
        </p:nvSpPr>
        <p:spPr>
          <a:xfrm xmlns:a="http://schemas.openxmlformats.org/drawingml/2006/main">
            <a:off x="4495800" y="3105150"/>
            <a:ext cx="320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23F35"/>
                </a:solidFill>
                <a:latin typeface="Arial"/>
                <a:ea typeface="Arial"/>
                <a:cs typeface="Arial"/>
              </a:defRPr>
            </a:defPPr>
            <a:lvl1pPr algn="l">
              <a:defRPr sz="2025" b="1">
                <a:solidFill>
                  <a:srgbClr val="123F35"/>
                </a:solidFill>
                <a:latin typeface="Arial"/>
                <a:ea typeface="Arial"/>
                <a:cs typeface="Arial"/>
              </a:defRPr>
            </a:lvl1pPr>
            <a:lvl2pPr algn="l">
              <a:defRPr sz="2025" b="1">
                <a:solidFill>
                  <a:srgbClr val="123F35"/>
                </a:solidFill>
                <a:latin typeface="Arial"/>
                <a:ea typeface="Arial"/>
                <a:cs typeface="Arial"/>
              </a:defRPr>
            </a:lvl2pPr>
            <a:lvl3pPr algn="l">
              <a:defRPr sz="2025" b="1">
                <a:solidFill>
                  <a:srgbClr val="123F35"/>
                </a:solidFill>
                <a:latin typeface="Arial"/>
                <a:ea typeface="Arial"/>
                <a:cs typeface="Arial"/>
              </a:defRPr>
            </a:lvl3pPr>
            <a:lvl4pPr algn="l">
              <a:defRPr sz="2025" b="1">
                <a:solidFill>
                  <a:srgbClr val="123F35"/>
                </a:solidFill>
                <a:latin typeface="Arial"/>
                <a:ea typeface="Arial"/>
                <a:cs typeface="Arial"/>
              </a:defRPr>
            </a:lvl4pPr>
            <a:lvl5pPr algn="l">
              <a:defRPr sz="2025" b="1">
                <a:solidFill>
                  <a:srgbClr val="123F35"/>
                </a:solidFill>
                <a:latin typeface="Arial"/>
                <a:ea typeface="Arial"/>
                <a:cs typeface="Arial"/>
              </a:defRPr>
            </a:lvl5pPr>
            <a:lvl6pPr algn="l">
              <a:defRPr sz="2025" b="1">
                <a:solidFill>
                  <a:srgbClr val="123F35"/>
                </a:solidFill>
                <a:latin typeface="Arial"/>
                <a:ea typeface="Arial"/>
                <a:cs typeface="Arial"/>
              </a:defRPr>
            </a:lvl6pPr>
            <a:lvl7pPr algn="l">
              <a:defRPr sz="2025" b="1">
                <a:solidFill>
                  <a:srgbClr val="123F35"/>
                </a:solidFill>
                <a:latin typeface="Arial"/>
                <a:ea typeface="Arial"/>
                <a:cs typeface="Arial"/>
              </a:defRPr>
            </a:lvl7pPr>
            <a:lvl8pPr algn="l">
              <a:defRPr sz="2025" b="1">
                <a:solidFill>
                  <a:srgbClr val="123F35"/>
                </a:solidFill>
                <a:latin typeface="Arial"/>
                <a:ea typeface="Arial"/>
                <a:cs typeface="Arial"/>
              </a:defRPr>
            </a:lvl8pPr>
            <a:lvl9pPr algn="l">
              <a:defRPr sz="2025" b="1">
                <a:solidFill>
                  <a:srgbClr val="123F35"/>
                </a:solidFill>
                <a:latin typeface="Arial"/>
                <a:ea typeface="Arial"/>
                <a:cs typeface="Arial"/>
              </a:defRPr>
            </a:lvl9pPr>
          </a:lstStyle>
          <a:p xmlns:a="http://schemas.openxmlformats.org/drawingml/2006/main">
            <a:pPr algn="l">
              <a:defRPr sz="2025" b="1">
                <a:solidFill>
                  <a:srgbClr val="123F35"/>
                </a:solidFill>
                <a:latin typeface="Arial"/>
                <a:ea typeface="Arial"/>
                <a:cs typeface="Arial"/>
              </a:defRPr>
            </a:pPr>
            <a:r>
              <a:rPr sz="2025" b="1">
                <a:solidFill>
                  <a:srgbClr val="123F35"/>
                </a:solidFill>
                <a:latin typeface="Arial"/>
                <a:ea typeface="Arial"/>
                <a:cs typeface="Arial"/>
              </a:rPr>
              <a:t>Rõ phần tiền và hàng</a:t>
            </a:r>
          </a:p>
        </p:txBody>
      </p:sp>
      <p:sp>
        <p:nvSpPr>
          <p:cNvPr id="12" name="">
            <a:extLst xmlns:a="http://schemas.openxmlformats.org/drawingml/2006/main">
              <a:ext uri="{FF2B5EF4-FFF2-40B4-BE49-F238E27FC236}">
                <a16:creationId xmlns:a16="http://schemas.microsoft.com/office/drawing/2014/main" id="{782DCD77-E129-4E97-AF90-347F6B36789D}"/>
              </a:ext>
            </a:extLst>
          </p:cNvPr>
          <p:cNvSpPr>
            <a:spLocks xmlns:a="http://schemas.openxmlformats.org/drawingml/2006/main" noGrp="1"/>
          </p:cNvSpPr>
          <p:nvPr/>
        </p:nvSpPr>
        <p:spPr>
          <a:xfrm xmlns:a="http://schemas.openxmlformats.org/drawingml/2006/main">
            <a:off x="4495800" y="3800475"/>
            <a:ext cx="647700" cy="38100"/>
          </a:xfrm>
          <a:prstGeom xmlns:a="http://schemas.openxmlformats.org/drawingml/2006/main" prst="roundRect">
            <a:avLst>
              <a:gd name="adj" fmla="val 50000"/>
            </a:avLst>
          </a:prstGeom>
          <a:solidFill xmlns:a="http://schemas.openxmlformats.org/drawingml/2006/main">
            <a:srgbClr val="A95D4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A0A87CD-CA29-482C-A023-16D317946A70}"/>
              </a:ext>
            </a:extLst>
          </p:cNvPr>
          <p:cNvSpPr>
            <a:spLocks xmlns:a="http://schemas.openxmlformats.org/drawingml/2006/main" noGrp="1"/>
          </p:cNvSpPr>
          <p:nvPr/>
        </p:nvSpPr>
        <p:spPr>
          <a:xfrm xmlns:a="http://schemas.openxmlformats.org/drawingml/2006/main">
            <a:off x="4495800" y="40957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VND nguyên, biến động kho và đối soát có lý do, có lịch sử.</a:t>
            </a:r>
          </a:p>
        </p:txBody>
      </p:sp>
      <p:sp>
        <p:nvSpPr>
          <p:cNvPr id="14" name="">
            <a:extLst xmlns:a="http://schemas.openxmlformats.org/drawingml/2006/main">
              <a:ext uri="{FF2B5EF4-FFF2-40B4-BE49-F238E27FC236}">
                <a16:creationId xmlns:a16="http://schemas.microsoft.com/office/drawing/2014/main" id="{EF26237C-771E-4AD8-BE06-53987A07CC57}"/>
              </a:ext>
            </a:extLst>
          </p:cNvPr>
          <p:cNvSpPr>
            <a:spLocks xmlns:a="http://schemas.openxmlformats.org/drawingml/2006/main" noGrp="1"/>
          </p:cNvSpPr>
          <p:nvPr/>
        </p:nvSpPr>
        <p:spPr>
          <a:xfrm xmlns:a="http://schemas.openxmlformats.org/drawingml/2006/main">
            <a:off x="8210550" y="2409825"/>
            <a:ext cx="7048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250" b="1">
                <a:solidFill>
                  <a:srgbClr val="A95D42"/>
                </a:solidFill>
                <a:latin typeface="Arial"/>
                <a:ea typeface="Arial"/>
                <a:cs typeface="Arial"/>
              </a:defRPr>
            </a:defPPr>
            <a:lvl1pPr algn="l">
              <a:defRPr sz="2250" b="1">
                <a:solidFill>
                  <a:srgbClr val="A95D42"/>
                </a:solidFill>
                <a:latin typeface="Arial"/>
                <a:ea typeface="Arial"/>
                <a:cs typeface="Arial"/>
              </a:defRPr>
            </a:lvl1pPr>
            <a:lvl2pPr algn="l">
              <a:defRPr sz="2250" b="1">
                <a:solidFill>
                  <a:srgbClr val="A95D42"/>
                </a:solidFill>
                <a:latin typeface="Arial"/>
                <a:ea typeface="Arial"/>
                <a:cs typeface="Arial"/>
              </a:defRPr>
            </a:lvl2pPr>
            <a:lvl3pPr algn="l">
              <a:defRPr sz="2250" b="1">
                <a:solidFill>
                  <a:srgbClr val="A95D42"/>
                </a:solidFill>
                <a:latin typeface="Arial"/>
                <a:ea typeface="Arial"/>
                <a:cs typeface="Arial"/>
              </a:defRPr>
            </a:lvl3pPr>
            <a:lvl4pPr algn="l">
              <a:defRPr sz="2250" b="1">
                <a:solidFill>
                  <a:srgbClr val="A95D42"/>
                </a:solidFill>
                <a:latin typeface="Arial"/>
                <a:ea typeface="Arial"/>
                <a:cs typeface="Arial"/>
              </a:defRPr>
            </a:lvl4pPr>
            <a:lvl5pPr algn="l">
              <a:defRPr sz="2250" b="1">
                <a:solidFill>
                  <a:srgbClr val="A95D42"/>
                </a:solidFill>
                <a:latin typeface="Arial"/>
                <a:ea typeface="Arial"/>
                <a:cs typeface="Arial"/>
              </a:defRPr>
            </a:lvl5pPr>
            <a:lvl6pPr algn="l">
              <a:defRPr sz="2250" b="1">
                <a:solidFill>
                  <a:srgbClr val="A95D42"/>
                </a:solidFill>
                <a:latin typeface="Arial"/>
                <a:ea typeface="Arial"/>
                <a:cs typeface="Arial"/>
              </a:defRPr>
            </a:lvl6pPr>
            <a:lvl7pPr algn="l">
              <a:defRPr sz="2250" b="1">
                <a:solidFill>
                  <a:srgbClr val="A95D42"/>
                </a:solidFill>
                <a:latin typeface="Arial"/>
                <a:ea typeface="Arial"/>
                <a:cs typeface="Arial"/>
              </a:defRPr>
            </a:lvl7pPr>
            <a:lvl8pPr algn="l">
              <a:defRPr sz="2250" b="1">
                <a:solidFill>
                  <a:srgbClr val="A95D42"/>
                </a:solidFill>
                <a:latin typeface="Arial"/>
                <a:ea typeface="Arial"/>
                <a:cs typeface="Arial"/>
              </a:defRPr>
            </a:lvl8pPr>
            <a:lvl9pPr algn="l">
              <a:defRPr sz="2250" b="1">
                <a:solidFill>
                  <a:srgbClr val="A95D42"/>
                </a:solidFill>
                <a:latin typeface="Arial"/>
                <a:ea typeface="Arial"/>
                <a:cs typeface="Arial"/>
              </a:defRPr>
            </a:lvl9pPr>
          </a:lstStyle>
          <a:p xmlns:a="http://schemas.openxmlformats.org/drawingml/2006/main">
            <a:pPr algn="l">
              <a:defRPr sz="2250" b="1">
                <a:solidFill>
                  <a:srgbClr val="A95D42"/>
                </a:solidFill>
                <a:latin typeface="Arial"/>
                <a:ea typeface="Arial"/>
                <a:cs typeface="Arial"/>
              </a:defRPr>
            </a:pPr>
            <a:r>
              <a:rPr sz="2250" b="1">
                <a:solidFill>
                  <a:srgbClr val="A95D42"/>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DA2B0BF4-4D75-4416-A2DE-81442B40A550}"/>
              </a:ext>
            </a:extLst>
          </p:cNvPr>
          <p:cNvSpPr>
            <a:spLocks xmlns:a="http://schemas.openxmlformats.org/drawingml/2006/main" noGrp="1"/>
          </p:cNvSpPr>
          <p:nvPr/>
        </p:nvSpPr>
        <p:spPr>
          <a:xfrm xmlns:a="http://schemas.openxmlformats.org/drawingml/2006/main">
            <a:off x="8210550" y="3105150"/>
            <a:ext cx="320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2025" b="1">
                <a:solidFill>
                  <a:srgbClr val="123F35"/>
                </a:solidFill>
                <a:latin typeface="Arial"/>
                <a:ea typeface="Arial"/>
                <a:cs typeface="Arial"/>
              </a:defRPr>
            </a:defPPr>
            <a:lvl1pPr algn="l">
              <a:defRPr sz="2025" b="1">
                <a:solidFill>
                  <a:srgbClr val="123F35"/>
                </a:solidFill>
                <a:latin typeface="Arial"/>
                <a:ea typeface="Arial"/>
                <a:cs typeface="Arial"/>
              </a:defRPr>
            </a:lvl1pPr>
            <a:lvl2pPr algn="l">
              <a:defRPr sz="2025" b="1">
                <a:solidFill>
                  <a:srgbClr val="123F35"/>
                </a:solidFill>
                <a:latin typeface="Arial"/>
                <a:ea typeface="Arial"/>
                <a:cs typeface="Arial"/>
              </a:defRPr>
            </a:lvl2pPr>
            <a:lvl3pPr algn="l">
              <a:defRPr sz="2025" b="1">
                <a:solidFill>
                  <a:srgbClr val="123F35"/>
                </a:solidFill>
                <a:latin typeface="Arial"/>
                <a:ea typeface="Arial"/>
                <a:cs typeface="Arial"/>
              </a:defRPr>
            </a:lvl3pPr>
            <a:lvl4pPr algn="l">
              <a:defRPr sz="2025" b="1">
                <a:solidFill>
                  <a:srgbClr val="123F35"/>
                </a:solidFill>
                <a:latin typeface="Arial"/>
                <a:ea typeface="Arial"/>
                <a:cs typeface="Arial"/>
              </a:defRPr>
            </a:lvl4pPr>
            <a:lvl5pPr algn="l">
              <a:defRPr sz="2025" b="1">
                <a:solidFill>
                  <a:srgbClr val="123F35"/>
                </a:solidFill>
                <a:latin typeface="Arial"/>
                <a:ea typeface="Arial"/>
                <a:cs typeface="Arial"/>
              </a:defRPr>
            </a:lvl5pPr>
            <a:lvl6pPr algn="l">
              <a:defRPr sz="2025" b="1">
                <a:solidFill>
                  <a:srgbClr val="123F35"/>
                </a:solidFill>
                <a:latin typeface="Arial"/>
                <a:ea typeface="Arial"/>
                <a:cs typeface="Arial"/>
              </a:defRPr>
            </a:lvl6pPr>
            <a:lvl7pPr algn="l">
              <a:defRPr sz="2025" b="1">
                <a:solidFill>
                  <a:srgbClr val="123F35"/>
                </a:solidFill>
                <a:latin typeface="Arial"/>
                <a:ea typeface="Arial"/>
                <a:cs typeface="Arial"/>
              </a:defRPr>
            </a:lvl7pPr>
            <a:lvl8pPr algn="l">
              <a:defRPr sz="2025" b="1">
                <a:solidFill>
                  <a:srgbClr val="123F35"/>
                </a:solidFill>
                <a:latin typeface="Arial"/>
                <a:ea typeface="Arial"/>
                <a:cs typeface="Arial"/>
              </a:defRPr>
            </a:lvl8pPr>
            <a:lvl9pPr algn="l">
              <a:defRPr sz="2025" b="1">
                <a:solidFill>
                  <a:srgbClr val="123F35"/>
                </a:solidFill>
                <a:latin typeface="Arial"/>
                <a:ea typeface="Arial"/>
                <a:cs typeface="Arial"/>
              </a:defRPr>
            </a:lvl9pPr>
          </a:lstStyle>
          <a:p xmlns:a="http://schemas.openxmlformats.org/drawingml/2006/main">
            <a:pPr algn="l">
              <a:defRPr sz="2025" b="1">
                <a:solidFill>
                  <a:srgbClr val="123F35"/>
                </a:solidFill>
                <a:latin typeface="Arial"/>
                <a:ea typeface="Arial"/>
                <a:cs typeface="Arial"/>
              </a:defRPr>
            </a:pPr>
            <a:r>
              <a:rPr sz="2025" b="1">
                <a:solidFill>
                  <a:srgbClr val="123F35"/>
                </a:solidFill>
                <a:latin typeface="Arial"/>
                <a:ea typeface="Arial"/>
                <a:cs typeface="Arial"/>
              </a:rPr>
              <a:t>Có thể dùng trên điện thoại</a:t>
            </a:r>
          </a:p>
        </p:txBody>
      </p:sp>
      <p:sp>
        <p:nvSpPr>
          <p:cNvPr id="16" name="">
            <a:extLst xmlns:a="http://schemas.openxmlformats.org/drawingml/2006/main">
              <a:ext uri="{FF2B5EF4-FFF2-40B4-BE49-F238E27FC236}">
                <a16:creationId xmlns:a16="http://schemas.microsoft.com/office/drawing/2014/main" id="{EA355D22-F764-4536-BEE3-AF8DE3177666}"/>
              </a:ext>
            </a:extLst>
          </p:cNvPr>
          <p:cNvSpPr>
            <a:spLocks xmlns:a="http://schemas.openxmlformats.org/drawingml/2006/main" noGrp="1"/>
          </p:cNvSpPr>
          <p:nvPr/>
        </p:nvSpPr>
        <p:spPr>
          <a:xfrm xmlns:a="http://schemas.openxmlformats.org/drawingml/2006/main">
            <a:off x="8210550" y="3800475"/>
            <a:ext cx="647700" cy="38100"/>
          </a:xfrm>
          <a:prstGeom xmlns:a="http://schemas.openxmlformats.org/drawingml/2006/main" prst="roundRect">
            <a:avLst>
              <a:gd name="adj" fmla="val 50000"/>
            </a:avLst>
          </a:prstGeom>
          <a:solidFill xmlns:a="http://schemas.openxmlformats.org/drawingml/2006/main">
            <a:srgbClr val="C8F36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D3E69C4-E051-4ADA-AB26-31E375D1E5D8}"/>
              </a:ext>
            </a:extLst>
          </p:cNvPr>
          <p:cNvSpPr>
            <a:spLocks xmlns:a="http://schemas.openxmlformats.org/drawingml/2006/main" noGrp="1"/>
          </p:cNvSpPr>
          <p:nvPr/>
        </p:nvSpPr>
        <p:spPr>
          <a:xfrm xmlns:a="http://schemas.openxmlformats.org/drawingml/2006/main">
            <a:off x="8210550" y="40957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Mục tiêu là thao tác nhanh ở quầy; thiết bị thật còn phải thử.</a:t>
            </a:r>
          </a:p>
        </p:txBody>
      </p:sp>
      <p:sp>
        <p:nvSpPr>
          <p:cNvPr id="18" name="">
            <a:extLst xmlns:a="http://schemas.openxmlformats.org/drawingml/2006/main">
              <a:ext uri="{FF2B5EF4-FFF2-40B4-BE49-F238E27FC236}">
                <a16:creationId xmlns:a16="http://schemas.microsoft.com/office/drawing/2014/main" id="{37FA5EF3-D9F9-4520-9DCD-420BFA40CD1B}"/>
              </a:ext>
            </a:extLst>
          </p:cNvPr>
          <p:cNvSpPr>
            <a:spLocks xmlns:a="http://schemas.openxmlformats.org/drawingml/2006/main" noGrp="1"/>
          </p:cNvSpPr>
          <p:nvPr/>
        </p:nvSpPr>
        <p:spPr>
          <a:xfrm xmlns:a="http://schemas.openxmlformats.org/drawingml/2006/main">
            <a:off x="781050" y="5553075"/>
            <a:ext cx="1057275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64AEA1F-9AF6-4DD7-B806-CBF5222B8396}"/>
              </a:ext>
            </a:extLst>
          </p:cNvPr>
          <p:cNvSpPr>
            <a:spLocks xmlns:a="http://schemas.openxmlformats.org/drawingml/2006/main" noGrp="1"/>
          </p:cNvSpPr>
          <p:nvPr/>
        </p:nvSpPr>
        <p:spPr>
          <a:xfrm xmlns:a="http://schemas.openxmlformats.org/drawingml/2006/main">
            <a:off x="781050" y="5772150"/>
            <a:ext cx="1019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350" b="1">
                <a:solidFill>
                  <a:srgbClr val="17352B"/>
                </a:solidFill>
                <a:latin typeface="Arial"/>
                <a:ea typeface="Arial"/>
                <a:cs typeface="Arial"/>
              </a:defRPr>
            </a:defPPr>
            <a:lvl1pPr algn="l">
              <a:defRPr sz="1350" b="1">
                <a:solidFill>
                  <a:srgbClr val="17352B"/>
                </a:solidFill>
                <a:latin typeface="Arial"/>
                <a:ea typeface="Arial"/>
                <a:cs typeface="Arial"/>
              </a:defRPr>
            </a:lvl1pPr>
            <a:lvl2pPr algn="l">
              <a:defRPr sz="1350" b="1">
                <a:solidFill>
                  <a:srgbClr val="17352B"/>
                </a:solidFill>
                <a:latin typeface="Arial"/>
                <a:ea typeface="Arial"/>
                <a:cs typeface="Arial"/>
              </a:defRPr>
            </a:lvl2pPr>
            <a:lvl3pPr algn="l">
              <a:defRPr sz="1350" b="1">
                <a:solidFill>
                  <a:srgbClr val="17352B"/>
                </a:solidFill>
                <a:latin typeface="Arial"/>
                <a:ea typeface="Arial"/>
                <a:cs typeface="Arial"/>
              </a:defRPr>
            </a:lvl3pPr>
            <a:lvl4pPr algn="l">
              <a:defRPr sz="1350" b="1">
                <a:solidFill>
                  <a:srgbClr val="17352B"/>
                </a:solidFill>
                <a:latin typeface="Arial"/>
                <a:ea typeface="Arial"/>
                <a:cs typeface="Arial"/>
              </a:defRPr>
            </a:lvl4pPr>
            <a:lvl5pPr algn="l">
              <a:defRPr sz="1350" b="1">
                <a:solidFill>
                  <a:srgbClr val="17352B"/>
                </a:solidFill>
                <a:latin typeface="Arial"/>
                <a:ea typeface="Arial"/>
                <a:cs typeface="Arial"/>
              </a:defRPr>
            </a:lvl5pPr>
            <a:lvl6pPr algn="l">
              <a:defRPr sz="1350" b="1">
                <a:solidFill>
                  <a:srgbClr val="17352B"/>
                </a:solidFill>
                <a:latin typeface="Arial"/>
                <a:ea typeface="Arial"/>
                <a:cs typeface="Arial"/>
              </a:defRPr>
            </a:lvl6pPr>
            <a:lvl7pPr algn="l">
              <a:defRPr sz="1350" b="1">
                <a:solidFill>
                  <a:srgbClr val="17352B"/>
                </a:solidFill>
                <a:latin typeface="Arial"/>
                <a:ea typeface="Arial"/>
                <a:cs typeface="Arial"/>
              </a:defRPr>
            </a:lvl7pPr>
            <a:lvl8pPr algn="l">
              <a:defRPr sz="1350" b="1">
                <a:solidFill>
                  <a:srgbClr val="17352B"/>
                </a:solidFill>
                <a:latin typeface="Arial"/>
                <a:ea typeface="Arial"/>
                <a:cs typeface="Arial"/>
              </a:defRPr>
            </a:lvl8pPr>
            <a:lvl9pPr algn="l">
              <a:defRPr sz="1350" b="1">
                <a:solidFill>
                  <a:srgbClr val="17352B"/>
                </a:solidFill>
                <a:latin typeface="Arial"/>
                <a:ea typeface="Arial"/>
                <a:cs typeface="Arial"/>
              </a:defRPr>
            </a:lvl9pPr>
          </a:lstStyle>
          <a:p xmlns:a="http://schemas.openxmlformats.org/drawingml/2006/main">
            <a:pPr algn="l">
              <a:defRPr sz="1350" b="1">
                <a:solidFill>
                  <a:srgbClr val="17352B"/>
                </a:solidFill>
                <a:latin typeface="Arial"/>
                <a:ea typeface="Arial"/>
                <a:cs typeface="Arial"/>
              </a:defRPr>
            </a:pPr>
            <a:r>
              <a:rPr sz="1350" b="1">
                <a:solidFill>
                  <a:srgbClr val="17352B"/>
                </a:solidFill>
                <a:latin typeface="Arial"/>
                <a:ea typeface="Arial"/>
                <a:cs typeface="Arial"/>
              </a:rPr>
              <a:t>Bài kiểm chứng: người bán tự hoàn thành một ngày vận hành mà không cần đội phát triển làm thay.</a:t>
            </a:r>
          </a:p>
        </p:txBody>
      </p:sp>
    </p:spTree>
    <p:extLst>
      <p:ext uri="{BB962C8B-B14F-4D97-AF65-F5344CB8AC3E}">
        <p14:creationId xmlns:p14="http://schemas.microsoft.com/office/powerpoint/2010/main" val="712718195"/>
      </p:ext>
    </p:extLst>
  </p:cSld>
</p:sld>
</file>

<file path=ppt/slides/slide8.xml><?xml version="1.0" encoding="utf-8"?>
<p:sld xmlns:p="http://schemas.openxmlformats.org/presentationml/2006/main">
  <p:cSld>
    <p:bg>
      <p:bgPr>
        <a:solidFill xmlns:a="http://schemas.openxmlformats.org/drawingml/2006/main">
          <a:srgbClr val="F7F8F4"/>
        </a:solidFill>
      </p:bgPr>
    </p:bg>
    <p:spTree>
      <p:nvGrpSpPr>
        <p:cNvPr id="1" name=""/>
        <p:cNvGrpSpPr/>
        <p:nvPr/>
      </p:nvGrpSpPr>
      <p:grpSpPr>
        <a:xfrm xmlns:a="http://schemas.openxmlformats.org/drawingml/2006/main"/>
      </p:grpSpPr>
      <p:sp>
        <p:nvSpPr>
          <p:cNvPr id="22" name="slide-8-title">
            <a:extLst xmlns:a="http://schemas.openxmlformats.org/drawingml/2006/main">
              <a:ext uri="{FF2B5EF4-FFF2-40B4-BE49-F238E27FC236}">
                <a16:creationId xmlns:a16="http://schemas.microsoft.com/office/drawing/2014/main" id="{0BF215D7-C4AA-421E-80BA-7E744550BF05}"/>
              </a:ext>
            </a:extLst>
          </p:cNvPr>
          <p:cNvSpPr>
            <a:spLocks xmlns:a="http://schemas.openxmlformats.org/drawingml/2006/main" noGrp="1"/>
          </p:cNvSpPr>
          <p:nvPr/>
        </p:nvSpPr>
        <p:spPr>
          <a:xfrm xmlns:a="http://schemas.openxmlformats.org/drawingml/2006/main">
            <a:off x="685800" y="514350"/>
            <a:ext cx="1057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225" b="1">
                <a:solidFill>
                  <a:srgbClr val="17352B"/>
                </a:solidFill>
                <a:latin typeface="Arial"/>
                <a:ea typeface="Arial"/>
                <a:cs typeface="Arial"/>
              </a:defRPr>
            </a:defPPr>
            <a:lvl1pPr algn="l">
              <a:defRPr sz="3225" b="1">
                <a:solidFill>
                  <a:srgbClr val="17352B"/>
                </a:solidFill>
                <a:latin typeface="Arial"/>
                <a:ea typeface="Arial"/>
                <a:cs typeface="Arial"/>
              </a:defRPr>
            </a:lvl1pPr>
            <a:lvl2pPr algn="l">
              <a:defRPr sz="3225" b="1">
                <a:solidFill>
                  <a:srgbClr val="17352B"/>
                </a:solidFill>
                <a:latin typeface="Arial"/>
                <a:ea typeface="Arial"/>
                <a:cs typeface="Arial"/>
              </a:defRPr>
            </a:lvl2pPr>
            <a:lvl3pPr algn="l">
              <a:defRPr sz="3225" b="1">
                <a:solidFill>
                  <a:srgbClr val="17352B"/>
                </a:solidFill>
                <a:latin typeface="Arial"/>
                <a:ea typeface="Arial"/>
                <a:cs typeface="Arial"/>
              </a:defRPr>
            </a:lvl3pPr>
            <a:lvl4pPr algn="l">
              <a:defRPr sz="3225" b="1">
                <a:solidFill>
                  <a:srgbClr val="17352B"/>
                </a:solidFill>
                <a:latin typeface="Arial"/>
                <a:ea typeface="Arial"/>
                <a:cs typeface="Arial"/>
              </a:defRPr>
            </a:lvl4pPr>
            <a:lvl5pPr algn="l">
              <a:defRPr sz="3225" b="1">
                <a:solidFill>
                  <a:srgbClr val="17352B"/>
                </a:solidFill>
                <a:latin typeface="Arial"/>
                <a:ea typeface="Arial"/>
                <a:cs typeface="Arial"/>
              </a:defRPr>
            </a:lvl5pPr>
            <a:lvl6pPr algn="l">
              <a:defRPr sz="3225" b="1">
                <a:solidFill>
                  <a:srgbClr val="17352B"/>
                </a:solidFill>
                <a:latin typeface="Arial"/>
                <a:ea typeface="Arial"/>
                <a:cs typeface="Arial"/>
              </a:defRPr>
            </a:lvl6pPr>
            <a:lvl7pPr algn="l">
              <a:defRPr sz="3225" b="1">
                <a:solidFill>
                  <a:srgbClr val="17352B"/>
                </a:solidFill>
                <a:latin typeface="Arial"/>
                <a:ea typeface="Arial"/>
                <a:cs typeface="Arial"/>
              </a:defRPr>
            </a:lvl7pPr>
            <a:lvl8pPr algn="l">
              <a:defRPr sz="3225" b="1">
                <a:solidFill>
                  <a:srgbClr val="17352B"/>
                </a:solidFill>
                <a:latin typeface="Arial"/>
                <a:ea typeface="Arial"/>
                <a:cs typeface="Arial"/>
              </a:defRPr>
            </a:lvl8pPr>
            <a:lvl9pPr algn="l">
              <a:defRPr sz="3225" b="1">
                <a:solidFill>
                  <a:srgbClr val="17352B"/>
                </a:solidFill>
                <a:latin typeface="Arial"/>
                <a:ea typeface="Arial"/>
                <a:cs typeface="Arial"/>
              </a:defRPr>
            </a:lvl9pPr>
          </a:lstStyle>
          <a:p xmlns:a="http://schemas.openxmlformats.org/drawingml/2006/main">
            <a:pPr algn="l">
              <a:defRPr sz="3225" b="1">
                <a:solidFill>
                  <a:srgbClr val="17352B"/>
                </a:solidFill>
                <a:latin typeface="Arial"/>
                <a:ea typeface="Arial"/>
                <a:cs typeface="Arial"/>
              </a:defRPr>
            </a:pPr>
            <a:r>
              <a:rPr sz="3225" b="1">
                <a:solidFill>
                  <a:srgbClr val="17352B"/>
                </a:solidFill>
                <a:latin typeface="Arial"/>
                <a:ea typeface="Arial"/>
                <a:cs typeface="Arial"/>
              </a:rPr>
              <a:t>Kịch bản demo trực tiếp</a:t>
            </a:r>
          </a:p>
        </p:txBody>
      </p:sp>
      <p:sp>
        <p:nvSpPr>
          <p:cNvPr id="2" name="">
            <a:extLst xmlns:a="http://schemas.openxmlformats.org/drawingml/2006/main">
              <a:ext uri="{FF2B5EF4-FFF2-40B4-BE49-F238E27FC236}">
                <a16:creationId xmlns:a16="http://schemas.microsoft.com/office/drawing/2014/main" id="{5605B774-2E0D-42A5-AE50-30DD67121364}"/>
              </a:ext>
            </a:extLst>
          </p:cNvPr>
          <p:cNvSpPr>
            <a:spLocks xmlns:a="http://schemas.openxmlformats.org/drawingml/2006/main" noGrp="1"/>
          </p:cNvSpPr>
          <p:nvPr/>
        </p:nvSpPr>
        <p:spPr>
          <a:xfrm xmlns:a="http://schemas.openxmlformats.org/drawingml/2006/main">
            <a:off x="704850" y="12001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63736B"/>
                </a:solidFill>
                <a:latin typeface="Arial"/>
                <a:ea typeface="Arial"/>
                <a:cs typeface="Arial"/>
              </a:defRPr>
            </a:defPPr>
            <a:lvl1pPr algn="l">
              <a:defRPr sz="1650" b="0">
                <a:solidFill>
                  <a:srgbClr val="63736B"/>
                </a:solidFill>
                <a:latin typeface="Arial"/>
                <a:ea typeface="Arial"/>
                <a:cs typeface="Arial"/>
              </a:defRPr>
            </a:lvl1pPr>
            <a:lvl2pPr algn="l">
              <a:defRPr sz="1650" b="0">
                <a:solidFill>
                  <a:srgbClr val="63736B"/>
                </a:solidFill>
                <a:latin typeface="Arial"/>
                <a:ea typeface="Arial"/>
                <a:cs typeface="Arial"/>
              </a:defRPr>
            </a:lvl2pPr>
            <a:lvl3pPr algn="l">
              <a:defRPr sz="1650" b="0">
                <a:solidFill>
                  <a:srgbClr val="63736B"/>
                </a:solidFill>
                <a:latin typeface="Arial"/>
                <a:ea typeface="Arial"/>
                <a:cs typeface="Arial"/>
              </a:defRPr>
            </a:lvl3pPr>
            <a:lvl4pPr algn="l">
              <a:defRPr sz="1650" b="0">
                <a:solidFill>
                  <a:srgbClr val="63736B"/>
                </a:solidFill>
                <a:latin typeface="Arial"/>
                <a:ea typeface="Arial"/>
                <a:cs typeface="Arial"/>
              </a:defRPr>
            </a:lvl4pPr>
            <a:lvl5pPr algn="l">
              <a:defRPr sz="1650" b="0">
                <a:solidFill>
                  <a:srgbClr val="63736B"/>
                </a:solidFill>
                <a:latin typeface="Arial"/>
                <a:ea typeface="Arial"/>
                <a:cs typeface="Arial"/>
              </a:defRPr>
            </a:lvl5pPr>
            <a:lvl6pPr algn="l">
              <a:defRPr sz="1650" b="0">
                <a:solidFill>
                  <a:srgbClr val="63736B"/>
                </a:solidFill>
                <a:latin typeface="Arial"/>
                <a:ea typeface="Arial"/>
                <a:cs typeface="Arial"/>
              </a:defRPr>
            </a:lvl6pPr>
            <a:lvl7pPr algn="l">
              <a:defRPr sz="1650" b="0">
                <a:solidFill>
                  <a:srgbClr val="63736B"/>
                </a:solidFill>
                <a:latin typeface="Arial"/>
                <a:ea typeface="Arial"/>
                <a:cs typeface="Arial"/>
              </a:defRPr>
            </a:lvl7pPr>
            <a:lvl8pPr algn="l">
              <a:defRPr sz="1650" b="0">
                <a:solidFill>
                  <a:srgbClr val="63736B"/>
                </a:solidFill>
                <a:latin typeface="Arial"/>
                <a:ea typeface="Arial"/>
                <a:cs typeface="Arial"/>
              </a:defRPr>
            </a:lvl8pPr>
            <a:lvl9pPr algn="l">
              <a:defRPr sz="1650" b="0">
                <a:solidFill>
                  <a:srgbClr val="63736B"/>
                </a:solidFill>
                <a:latin typeface="Arial"/>
                <a:ea typeface="Arial"/>
                <a:cs typeface="Arial"/>
              </a:defRPr>
            </a:lvl9pPr>
          </a:lstStyle>
          <a:p xmlns:a="http://schemas.openxmlformats.org/drawingml/2006/main">
            <a:pPr algn="l">
              <a:defRPr sz="1650" b="0">
                <a:solidFill>
                  <a:srgbClr val="63736B"/>
                </a:solidFill>
                <a:latin typeface="Arial"/>
                <a:ea typeface="Arial"/>
                <a:cs typeface="Arial"/>
              </a:defRPr>
            </a:pPr>
            <a:r>
              <a:rPr sz="1650" b="0">
                <a:solidFill>
                  <a:srgbClr val="63736B"/>
                </a:solidFill>
                <a:latin typeface="Arial"/>
                <a:ea typeface="Arial"/>
                <a:cs typeface="Arial"/>
              </a:rPr>
              <a:t>Dùng cửa hàng demo riêng; không hiển thị dữ liệu cá nhân hoặc dữ liệu kinh doanh thật.</a:t>
            </a:r>
          </a:p>
        </p:txBody>
      </p:sp>
      <p:sp>
        <p:nvSpPr>
          <p:cNvPr id="3" name="">
            <a:extLst xmlns:a="http://schemas.openxmlformats.org/drawingml/2006/main">
              <a:ext uri="{FF2B5EF4-FFF2-40B4-BE49-F238E27FC236}">
                <a16:creationId xmlns:a16="http://schemas.microsoft.com/office/drawing/2014/main" id="{7B6FAD5F-157D-40B3-803A-B0F2DAF748AE}"/>
              </a:ext>
            </a:extLst>
          </p:cNvPr>
          <p:cNvSpPr>
            <a:spLocks xmlns:a="http://schemas.openxmlformats.org/drawingml/2006/main" noGrp="1"/>
          </p:cNvSpPr>
          <p:nvPr/>
        </p:nvSpPr>
        <p:spPr>
          <a:xfrm xmlns:a="http://schemas.openxmlformats.org/drawingml/2006/main">
            <a:off x="685800" y="1781175"/>
            <a:ext cx="533400" cy="47625"/>
          </a:xfrm>
          <a:prstGeom xmlns:a="http://schemas.openxmlformats.org/drawingml/2006/main" prst="roundRect">
            <a:avLst>
              <a:gd name="adj" fmla="val 40000"/>
            </a:avLst>
          </a:prstGeom>
          <a:solidFill xmlns:a="http://schemas.openxmlformats.org/drawingml/2006/main">
            <a:srgbClr val="C8F36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B2AD454-4417-411A-80EB-3B1D082780B0}"/>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63736B"/>
                </a:solidFill>
                <a:latin typeface="Arial"/>
                <a:ea typeface="Arial"/>
                <a:cs typeface="Arial"/>
              </a:defRPr>
            </a:defPPr>
            <a:lvl1pPr algn="l">
              <a:defRPr sz="975" b="1">
                <a:solidFill>
                  <a:srgbClr val="63736B"/>
                </a:solidFill>
                <a:latin typeface="Arial"/>
                <a:ea typeface="Arial"/>
                <a:cs typeface="Arial"/>
              </a:defRPr>
            </a:lvl1pPr>
            <a:lvl2pPr algn="l">
              <a:defRPr sz="975" b="1">
                <a:solidFill>
                  <a:srgbClr val="63736B"/>
                </a:solidFill>
                <a:latin typeface="Arial"/>
                <a:ea typeface="Arial"/>
                <a:cs typeface="Arial"/>
              </a:defRPr>
            </a:lvl2pPr>
            <a:lvl3pPr algn="l">
              <a:defRPr sz="975" b="1">
                <a:solidFill>
                  <a:srgbClr val="63736B"/>
                </a:solidFill>
                <a:latin typeface="Arial"/>
                <a:ea typeface="Arial"/>
                <a:cs typeface="Arial"/>
              </a:defRPr>
            </a:lvl3pPr>
            <a:lvl4pPr algn="l">
              <a:defRPr sz="975" b="1">
                <a:solidFill>
                  <a:srgbClr val="63736B"/>
                </a:solidFill>
                <a:latin typeface="Arial"/>
                <a:ea typeface="Arial"/>
                <a:cs typeface="Arial"/>
              </a:defRPr>
            </a:lvl4pPr>
            <a:lvl5pPr algn="l">
              <a:defRPr sz="975" b="1">
                <a:solidFill>
                  <a:srgbClr val="63736B"/>
                </a:solidFill>
                <a:latin typeface="Arial"/>
                <a:ea typeface="Arial"/>
                <a:cs typeface="Arial"/>
              </a:defRPr>
            </a:lvl5pPr>
            <a:lvl6pPr algn="l">
              <a:defRPr sz="975" b="1">
                <a:solidFill>
                  <a:srgbClr val="63736B"/>
                </a:solidFill>
                <a:latin typeface="Arial"/>
                <a:ea typeface="Arial"/>
                <a:cs typeface="Arial"/>
              </a:defRPr>
            </a:lvl6pPr>
            <a:lvl7pPr algn="l">
              <a:defRPr sz="975" b="1">
                <a:solidFill>
                  <a:srgbClr val="63736B"/>
                </a:solidFill>
                <a:latin typeface="Arial"/>
                <a:ea typeface="Arial"/>
                <a:cs typeface="Arial"/>
              </a:defRPr>
            </a:lvl7pPr>
            <a:lvl8pPr algn="l">
              <a:defRPr sz="975" b="1">
                <a:solidFill>
                  <a:srgbClr val="63736B"/>
                </a:solidFill>
                <a:latin typeface="Arial"/>
                <a:ea typeface="Arial"/>
                <a:cs typeface="Arial"/>
              </a:defRPr>
            </a:lvl8pPr>
            <a:lvl9pPr algn="l">
              <a:defRPr sz="975" b="1">
                <a:solidFill>
                  <a:srgbClr val="63736B"/>
                </a:solidFill>
                <a:latin typeface="Arial"/>
                <a:ea typeface="Arial"/>
                <a:cs typeface="Arial"/>
              </a:defRPr>
            </a:lvl9pPr>
          </a:lstStyle>
          <a:p xmlns:a="http://schemas.openxmlformats.org/drawingml/2006/main">
            <a:pPr algn="l">
              <a:defRPr sz="975" b="1">
                <a:solidFill>
                  <a:srgbClr val="63736B"/>
                </a:solidFill>
                <a:latin typeface="Arial"/>
                <a:ea typeface="Arial"/>
                <a:cs typeface="Arial"/>
              </a:defRPr>
            </a:pPr>
            <a:r>
              <a:rPr sz="975" b="1">
                <a:solidFill>
                  <a:srgbClr val="63736B"/>
                </a:solidFill>
                <a:latin typeface="Arial"/>
                <a:ea typeface="Arial"/>
                <a:cs typeface="Arial"/>
              </a:rPr>
              <a:t>SLINK  /  HỒ SƠ GIỚI THIỆU SẢN PHẨM</a:t>
            </a:r>
          </a:p>
        </p:txBody>
      </p:sp>
      <p:sp>
        <p:nvSpPr>
          <p:cNvPr id="5" name="">
            <a:extLst xmlns:a="http://schemas.openxmlformats.org/drawingml/2006/main">
              <a:ext uri="{FF2B5EF4-FFF2-40B4-BE49-F238E27FC236}">
                <a16:creationId xmlns:a16="http://schemas.microsoft.com/office/drawing/2014/main" id="{C0892291-6CCE-460F-9A48-B77647761F0E}"/>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63736B"/>
                </a:solidFill>
                <a:latin typeface="Arial"/>
                <a:ea typeface="Arial"/>
                <a:cs typeface="Arial"/>
              </a:defRPr>
            </a:defPPr>
            <a:lvl1pPr algn="r">
              <a:defRPr sz="975" b="1">
                <a:solidFill>
                  <a:srgbClr val="63736B"/>
                </a:solidFill>
                <a:latin typeface="Arial"/>
                <a:ea typeface="Arial"/>
                <a:cs typeface="Arial"/>
              </a:defRPr>
            </a:lvl1pPr>
            <a:lvl2pPr algn="r">
              <a:defRPr sz="975" b="1">
                <a:solidFill>
                  <a:srgbClr val="63736B"/>
                </a:solidFill>
                <a:latin typeface="Arial"/>
                <a:ea typeface="Arial"/>
                <a:cs typeface="Arial"/>
              </a:defRPr>
            </a:lvl2pPr>
            <a:lvl3pPr algn="r">
              <a:defRPr sz="975" b="1">
                <a:solidFill>
                  <a:srgbClr val="63736B"/>
                </a:solidFill>
                <a:latin typeface="Arial"/>
                <a:ea typeface="Arial"/>
                <a:cs typeface="Arial"/>
              </a:defRPr>
            </a:lvl3pPr>
            <a:lvl4pPr algn="r">
              <a:defRPr sz="975" b="1">
                <a:solidFill>
                  <a:srgbClr val="63736B"/>
                </a:solidFill>
                <a:latin typeface="Arial"/>
                <a:ea typeface="Arial"/>
                <a:cs typeface="Arial"/>
              </a:defRPr>
            </a:lvl4pPr>
            <a:lvl5pPr algn="r">
              <a:defRPr sz="975" b="1">
                <a:solidFill>
                  <a:srgbClr val="63736B"/>
                </a:solidFill>
                <a:latin typeface="Arial"/>
                <a:ea typeface="Arial"/>
                <a:cs typeface="Arial"/>
              </a:defRPr>
            </a:lvl5pPr>
            <a:lvl6pPr algn="r">
              <a:defRPr sz="975" b="1">
                <a:solidFill>
                  <a:srgbClr val="63736B"/>
                </a:solidFill>
                <a:latin typeface="Arial"/>
                <a:ea typeface="Arial"/>
                <a:cs typeface="Arial"/>
              </a:defRPr>
            </a:lvl6pPr>
            <a:lvl7pPr algn="r">
              <a:defRPr sz="975" b="1">
                <a:solidFill>
                  <a:srgbClr val="63736B"/>
                </a:solidFill>
                <a:latin typeface="Arial"/>
                <a:ea typeface="Arial"/>
                <a:cs typeface="Arial"/>
              </a:defRPr>
            </a:lvl7pPr>
            <a:lvl8pPr algn="r">
              <a:defRPr sz="975" b="1">
                <a:solidFill>
                  <a:srgbClr val="63736B"/>
                </a:solidFill>
                <a:latin typeface="Arial"/>
                <a:ea typeface="Arial"/>
                <a:cs typeface="Arial"/>
              </a:defRPr>
            </a:lvl8pPr>
            <a:lvl9pPr algn="r">
              <a:defRPr sz="975" b="1">
                <a:solidFill>
                  <a:srgbClr val="63736B"/>
                </a:solidFill>
                <a:latin typeface="Arial"/>
                <a:ea typeface="Arial"/>
                <a:cs typeface="Arial"/>
              </a:defRPr>
            </a:lvl9pPr>
          </a:lstStyle>
          <a:p xmlns:a="http://schemas.openxmlformats.org/drawingml/2006/main">
            <a:pPr algn="r">
              <a:defRPr sz="975" b="1">
                <a:solidFill>
                  <a:srgbClr val="63736B"/>
                </a:solidFill>
                <a:latin typeface="Arial"/>
                <a:ea typeface="Arial"/>
                <a:cs typeface="Arial"/>
              </a:defRPr>
            </a:pPr>
            <a:r>
              <a:rPr sz="975" b="1">
                <a:solidFill>
                  <a:srgbClr val="63736B"/>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2AB2E1A8-5704-44EE-B077-7C666EB831FA}"/>
              </a:ext>
            </a:extLst>
          </p:cNvPr>
          <p:cNvSpPr>
            <a:spLocks xmlns:a="http://schemas.openxmlformats.org/drawingml/2006/main" noGrp="1"/>
          </p:cNvSpPr>
          <p:nvPr/>
        </p:nvSpPr>
        <p:spPr>
          <a:xfrm xmlns:a="http://schemas.openxmlformats.org/drawingml/2006/main">
            <a:off x="800100" y="219075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A95D42"/>
                </a:solidFill>
                <a:latin typeface="Arial"/>
                <a:ea typeface="Arial"/>
                <a:cs typeface="Arial"/>
              </a:defRPr>
            </a:defPPr>
            <a:lvl1pPr algn="l">
              <a:defRPr sz="1650" b="1">
                <a:solidFill>
                  <a:srgbClr val="A95D42"/>
                </a:solidFill>
                <a:latin typeface="Arial"/>
                <a:ea typeface="Arial"/>
                <a:cs typeface="Arial"/>
              </a:defRPr>
            </a:lvl1pPr>
            <a:lvl2pPr algn="l">
              <a:defRPr sz="1650" b="1">
                <a:solidFill>
                  <a:srgbClr val="A95D42"/>
                </a:solidFill>
                <a:latin typeface="Arial"/>
                <a:ea typeface="Arial"/>
                <a:cs typeface="Arial"/>
              </a:defRPr>
            </a:lvl2pPr>
            <a:lvl3pPr algn="l">
              <a:defRPr sz="1650" b="1">
                <a:solidFill>
                  <a:srgbClr val="A95D42"/>
                </a:solidFill>
                <a:latin typeface="Arial"/>
                <a:ea typeface="Arial"/>
                <a:cs typeface="Arial"/>
              </a:defRPr>
            </a:lvl3pPr>
            <a:lvl4pPr algn="l">
              <a:defRPr sz="1650" b="1">
                <a:solidFill>
                  <a:srgbClr val="A95D42"/>
                </a:solidFill>
                <a:latin typeface="Arial"/>
                <a:ea typeface="Arial"/>
                <a:cs typeface="Arial"/>
              </a:defRPr>
            </a:lvl4pPr>
            <a:lvl5pPr algn="l">
              <a:defRPr sz="1650" b="1">
                <a:solidFill>
                  <a:srgbClr val="A95D42"/>
                </a:solidFill>
                <a:latin typeface="Arial"/>
                <a:ea typeface="Arial"/>
                <a:cs typeface="Arial"/>
              </a:defRPr>
            </a:lvl5pPr>
            <a:lvl6pPr algn="l">
              <a:defRPr sz="1650" b="1">
                <a:solidFill>
                  <a:srgbClr val="A95D42"/>
                </a:solidFill>
                <a:latin typeface="Arial"/>
                <a:ea typeface="Arial"/>
                <a:cs typeface="Arial"/>
              </a:defRPr>
            </a:lvl6pPr>
            <a:lvl7pPr algn="l">
              <a:defRPr sz="1650" b="1">
                <a:solidFill>
                  <a:srgbClr val="A95D42"/>
                </a:solidFill>
                <a:latin typeface="Arial"/>
                <a:ea typeface="Arial"/>
                <a:cs typeface="Arial"/>
              </a:defRPr>
            </a:lvl7pPr>
            <a:lvl8pPr algn="l">
              <a:defRPr sz="1650" b="1">
                <a:solidFill>
                  <a:srgbClr val="A95D42"/>
                </a:solidFill>
                <a:latin typeface="Arial"/>
                <a:ea typeface="Arial"/>
                <a:cs typeface="Arial"/>
              </a:defRPr>
            </a:lvl8pPr>
            <a:lvl9pPr algn="l">
              <a:defRPr sz="1650" b="1">
                <a:solidFill>
                  <a:srgbClr val="A95D42"/>
                </a:solidFill>
                <a:latin typeface="Arial"/>
                <a:ea typeface="Arial"/>
                <a:cs typeface="Arial"/>
              </a:defRPr>
            </a:lvl9pPr>
          </a:lstStyle>
          <a:p xmlns:a="http://schemas.openxmlformats.org/drawingml/2006/main">
            <a:pPr algn="l">
              <a:defRPr sz="1650" b="1">
                <a:solidFill>
                  <a:srgbClr val="A95D42"/>
                </a:solidFill>
                <a:latin typeface="Arial"/>
                <a:ea typeface="Arial"/>
                <a:cs typeface="Arial"/>
              </a:defRPr>
            </a:pPr>
            <a:r>
              <a:rPr sz="1650" b="1">
                <a:solidFill>
                  <a:srgbClr val="A95D4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03D8AA36-2647-4D30-89C9-65932FF4846D}"/>
              </a:ext>
            </a:extLst>
          </p:cNvPr>
          <p:cNvSpPr>
            <a:spLocks xmlns:a="http://schemas.openxmlformats.org/drawingml/2006/main" noGrp="1"/>
          </p:cNvSpPr>
          <p:nvPr/>
        </p:nvSpPr>
        <p:spPr>
          <a:xfrm xmlns:a="http://schemas.openxmlformats.org/drawingml/2006/main">
            <a:off x="1638300" y="21717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1">
                <a:solidFill>
                  <a:srgbClr val="123F35"/>
                </a:solidFill>
                <a:latin typeface="Arial"/>
                <a:ea typeface="Arial"/>
                <a:cs typeface="Arial"/>
              </a:defRPr>
            </a:defPPr>
            <a:lvl1pPr algn="l">
              <a:defRPr sz="1950" b="1">
                <a:solidFill>
                  <a:srgbClr val="123F35"/>
                </a:solidFill>
                <a:latin typeface="Arial"/>
                <a:ea typeface="Arial"/>
                <a:cs typeface="Arial"/>
              </a:defRPr>
            </a:lvl1pPr>
            <a:lvl2pPr algn="l">
              <a:defRPr sz="1950" b="1">
                <a:solidFill>
                  <a:srgbClr val="123F35"/>
                </a:solidFill>
                <a:latin typeface="Arial"/>
                <a:ea typeface="Arial"/>
                <a:cs typeface="Arial"/>
              </a:defRPr>
            </a:lvl2pPr>
            <a:lvl3pPr algn="l">
              <a:defRPr sz="1950" b="1">
                <a:solidFill>
                  <a:srgbClr val="123F35"/>
                </a:solidFill>
                <a:latin typeface="Arial"/>
                <a:ea typeface="Arial"/>
                <a:cs typeface="Arial"/>
              </a:defRPr>
            </a:lvl3pPr>
            <a:lvl4pPr algn="l">
              <a:defRPr sz="1950" b="1">
                <a:solidFill>
                  <a:srgbClr val="123F35"/>
                </a:solidFill>
                <a:latin typeface="Arial"/>
                <a:ea typeface="Arial"/>
                <a:cs typeface="Arial"/>
              </a:defRPr>
            </a:lvl4pPr>
            <a:lvl5pPr algn="l">
              <a:defRPr sz="1950" b="1">
                <a:solidFill>
                  <a:srgbClr val="123F35"/>
                </a:solidFill>
                <a:latin typeface="Arial"/>
                <a:ea typeface="Arial"/>
                <a:cs typeface="Arial"/>
              </a:defRPr>
            </a:lvl5pPr>
            <a:lvl6pPr algn="l">
              <a:defRPr sz="1950" b="1">
                <a:solidFill>
                  <a:srgbClr val="123F35"/>
                </a:solidFill>
                <a:latin typeface="Arial"/>
                <a:ea typeface="Arial"/>
                <a:cs typeface="Arial"/>
              </a:defRPr>
            </a:lvl6pPr>
            <a:lvl7pPr algn="l">
              <a:defRPr sz="1950" b="1">
                <a:solidFill>
                  <a:srgbClr val="123F35"/>
                </a:solidFill>
                <a:latin typeface="Arial"/>
                <a:ea typeface="Arial"/>
                <a:cs typeface="Arial"/>
              </a:defRPr>
            </a:lvl7pPr>
            <a:lvl8pPr algn="l">
              <a:defRPr sz="1950" b="1">
                <a:solidFill>
                  <a:srgbClr val="123F35"/>
                </a:solidFill>
                <a:latin typeface="Arial"/>
                <a:ea typeface="Arial"/>
                <a:cs typeface="Arial"/>
              </a:defRPr>
            </a:lvl8pPr>
            <a:lvl9pPr algn="l">
              <a:defRPr sz="1950" b="1">
                <a:solidFill>
                  <a:srgbClr val="123F35"/>
                </a:solidFill>
                <a:latin typeface="Arial"/>
                <a:ea typeface="Arial"/>
                <a:cs typeface="Arial"/>
              </a:defRPr>
            </a:lvl9pPr>
          </a:lstStyle>
          <a:p xmlns:a="http://schemas.openxmlformats.org/drawingml/2006/main">
            <a:pPr algn="l">
              <a:defRPr sz="1950" b="1">
                <a:solidFill>
                  <a:srgbClr val="123F35"/>
                </a:solidFill>
                <a:latin typeface="Arial"/>
                <a:ea typeface="Arial"/>
                <a:cs typeface="Arial"/>
              </a:defRPr>
            </a:pPr>
            <a:r>
              <a:rPr sz="1950" b="1">
                <a:solidFill>
                  <a:srgbClr val="123F35"/>
                </a:solidFill>
                <a:latin typeface="Arial"/>
                <a:ea typeface="Arial"/>
                <a:cs typeface="Arial"/>
              </a:rPr>
              <a:t>Mở danh mục</a:t>
            </a:r>
          </a:p>
        </p:txBody>
      </p:sp>
      <p:sp>
        <p:nvSpPr>
          <p:cNvPr id="8" name="">
            <a:extLst xmlns:a="http://schemas.openxmlformats.org/drawingml/2006/main">
              <a:ext uri="{FF2B5EF4-FFF2-40B4-BE49-F238E27FC236}">
                <a16:creationId xmlns:a16="http://schemas.microsoft.com/office/drawing/2014/main" id="{2D015B31-4C28-4202-AA43-050504DDDBD0}"/>
              </a:ext>
            </a:extLst>
          </p:cNvPr>
          <p:cNvSpPr>
            <a:spLocks xmlns:a="http://schemas.openxmlformats.org/drawingml/2006/main" noGrp="1"/>
          </p:cNvSpPr>
          <p:nvPr/>
        </p:nvSpPr>
        <p:spPr>
          <a:xfrm xmlns:a="http://schemas.openxmlformats.org/drawingml/2006/main">
            <a:off x="4419600" y="21907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Tìm sản phẩm và xem tồn theo kho</a:t>
            </a:r>
          </a:p>
        </p:txBody>
      </p:sp>
      <p:sp>
        <p:nvSpPr>
          <p:cNvPr id="9" name="">
            <a:extLst xmlns:a="http://schemas.openxmlformats.org/drawingml/2006/main">
              <a:ext uri="{FF2B5EF4-FFF2-40B4-BE49-F238E27FC236}">
                <a16:creationId xmlns:a16="http://schemas.microsoft.com/office/drawing/2014/main" id="{864B9541-9D27-464B-9748-E656742418FE}"/>
              </a:ext>
            </a:extLst>
          </p:cNvPr>
          <p:cNvSpPr>
            <a:spLocks xmlns:a="http://schemas.openxmlformats.org/drawingml/2006/main" noGrp="1"/>
          </p:cNvSpPr>
          <p:nvPr/>
        </p:nvSpPr>
        <p:spPr>
          <a:xfrm xmlns:a="http://schemas.openxmlformats.org/drawingml/2006/main">
            <a:off x="1638300" y="2781300"/>
            <a:ext cx="893445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0217DAB-D400-48E3-BF29-98D15FB9CB2A}"/>
              </a:ext>
            </a:extLst>
          </p:cNvPr>
          <p:cNvSpPr>
            <a:spLocks xmlns:a="http://schemas.openxmlformats.org/drawingml/2006/main" noGrp="1"/>
          </p:cNvSpPr>
          <p:nvPr/>
        </p:nvSpPr>
        <p:spPr>
          <a:xfrm xmlns:a="http://schemas.openxmlformats.org/drawingml/2006/main">
            <a:off x="800100" y="308610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A95D42"/>
                </a:solidFill>
                <a:latin typeface="Arial"/>
                <a:ea typeface="Arial"/>
                <a:cs typeface="Arial"/>
              </a:defRPr>
            </a:defPPr>
            <a:lvl1pPr algn="l">
              <a:defRPr sz="1650" b="1">
                <a:solidFill>
                  <a:srgbClr val="A95D42"/>
                </a:solidFill>
                <a:latin typeface="Arial"/>
                <a:ea typeface="Arial"/>
                <a:cs typeface="Arial"/>
              </a:defRPr>
            </a:lvl1pPr>
            <a:lvl2pPr algn="l">
              <a:defRPr sz="1650" b="1">
                <a:solidFill>
                  <a:srgbClr val="A95D42"/>
                </a:solidFill>
                <a:latin typeface="Arial"/>
                <a:ea typeface="Arial"/>
                <a:cs typeface="Arial"/>
              </a:defRPr>
            </a:lvl2pPr>
            <a:lvl3pPr algn="l">
              <a:defRPr sz="1650" b="1">
                <a:solidFill>
                  <a:srgbClr val="A95D42"/>
                </a:solidFill>
                <a:latin typeface="Arial"/>
                <a:ea typeface="Arial"/>
                <a:cs typeface="Arial"/>
              </a:defRPr>
            </a:lvl3pPr>
            <a:lvl4pPr algn="l">
              <a:defRPr sz="1650" b="1">
                <a:solidFill>
                  <a:srgbClr val="A95D42"/>
                </a:solidFill>
                <a:latin typeface="Arial"/>
                <a:ea typeface="Arial"/>
                <a:cs typeface="Arial"/>
              </a:defRPr>
            </a:lvl4pPr>
            <a:lvl5pPr algn="l">
              <a:defRPr sz="1650" b="1">
                <a:solidFill>
                  <a:srgbClr val="A95D42"/>
                </a:solidFill>
                <a:latin typeface="Arial"/>
                <a:ea typeface="Arial"/>
                <a:cs typeface="Arial"/>
              </a:defRPr>
            </a:lvl5pPr>
            <a:lvl6pPr algn="l">
              <a:defRPr sz="1650" b="1">
                <a:solidFill>
                  <a:srgbClr val="A95D42"/>
                </a:solidFill>
                <a:latin typeface="Arial"/>
                <a:ea typeface="Arial"/>
                <a:cs typeface="Arial"/>
              </a:defRPr>
            </a:lvl6pPr>
            <a:lvl7pPr algn="l">
              <a:defRPr sz="1650" b="1">
                <a:solidFill>
                  <a:srgbClr val="A95D42"/>
                </a:solidFill>
                <a:latin typeface="Arial"/>
                <a:ea typeface="Arial"/>
                <a:cs typeface="Arial"/>
              </a:defRPr>
            </a:lvl7pPr>
            <a:lvl8pPr algn="l">
              <a:defRPr sz="1650" b="1">
                <a:solidFill>
                  <a:srgbClr val="A95D42"/>
                </a:solidFill>
                <a:latin typeface="Arial"/>
                <a:ea typeface="Arial"/>
                <a:cs typeface="Arial"/>
              </a:defRPr>
            </a:lvl8pPr>
            <a:lvl9pPr algn="l">
              <a:defRPr sz="1650" b="1">
                <a:solidFill>
                  <a:srgbClr val="A95D42"/>
                </a:solidFill>
                <a:latin typeface="Arial"/>
                <a:ea typeface="Arial"/>
                <a:cs typeface="Arial"/>
              </a:defRPr>
            </a:lvl9pPr>
          </a:lstStyle>
          <a:p xmlns:a="http://schemas.openxmlformats.org/drawingml/2006/main">
            <a:pPr algn="l">
              <a:defRPr sz="1650" b="1">
                <a:solidFill>
                  <a:srgbClr val="A95D42"/>
                </a:solidFill>
                <a:latin typeface="Arial"/>
                <a:ea typeface="Arial"/>
                <a:cs typeface="Arial"/>
              </a:defRPr>
            </a:pPr>
            <a:r>
              <a:rPr sz="1650" b="1">
                <a:solidFill>
                  <a:srgbClr val="A95D42"/>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90E0C023-BFD6-417D-B852-A19A1F6F3CC0}"/>
              </a:ext>
            </a:extLst>
          </p:cNvPr>
          <p:cNvSpPr>
            <a:spLocks xmlns:a="http://schemas.openxmlformats.org/drawingml/2006/main" noGrp="1"/>
          </p:cNvSpPr>
          <p:nvPr/>
        </p:nvSpPr>
        <p:spPr>
          <a:xfrm xmlns:a="http://schemas.openxmlformats.org/drawingml/2006/main">
            <a:off x="1638300" y="30670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1">
                <a:solidFill>
                  <a:srgbClr val="123F35"/>
                </a:solidFill>
                <a:latin typeface="Arial"/>
                <a:ea typeface="Arial"/>
                <a:cs typeface="Arial"/>
              </a:defRPr>
            </a:defPPr>
            <a:lvl1pPr algn="l">
              <a:defRPr sz="1950" b="1">
                <a:solidFill>
                  <a:srgbClr val="123F35"/>
                </a:solidFill>
                <a:latin typeface="Arial"/>
                <a:ea typeface="Arial"/>
                <a:cs typeface="Arial"/>
              </a:defRPr>
            </a:lvl1pPr>
            <a:lvl2pPr algn="l">
              <a:defRPr sz="1950" b="1">
                <a:solidFill>
                  <a:srgbClr val="123F35"/>
                </a:solidFill>
                <a:latin typeface="Arial"/>
                <a:ea typeface="Arial"/>
                <a:cs typeface="Arial"/>
              </a:defRPr>
            </a:lvl2pPr>
            <a:lvl3pPr algn="l">
              <a:defRPr sz="1950" b="1">
                <a:solidFill>
                  <a:srgbClr val="123F35"/>
                </a:solidFill>
                <a:latin typeface="Arial"/>
                <a:ea typeface="Arial"/>
                <a:cs typeface="Arial"/>
              </a:defRPr>
            </a:lvl3pPr>
            <a:lvl4pPr algn="l">
              <a:defRPr sz="1950" b="1">
                <a:solidFill>
                  <a:srgbClr val="123F35"/>
                </a:solidFill>
                <a:latin typeface="Arial"/>
                <a:ea typeface="Arial"/>
                <a:cs typeface="Arial"/>
              </a:defRPr>
            </a:lvl4pPr>
            <a:lvl5pPr algn="l">
              <a:defRPr sz="1950" b="1">
                <a:solidFill>
                  <a:srgbClr val="123F35"/>
                </a:solidFill>
                <a:latin typeface="Arial"/>
                <a:ea typeface="Arial"/>
                <a:cs typeface="Arial"/>
              </a:defRPr>
            </a:lvl5pPr>
            <a:lvl6pPr algn="l">
              <a:defRPr sz="1950" b="1">
                <a:solidFill>
                  <a:srgbClr val="123F35"/>
                </a:solidFill>
                <a:latin typeface="Arial"/>
                <a:ea typeface="Arial"/>
                <a:cs typeface="Arial"/>
              </a:defRPr>
            </a:lvl6pPr>
            <a:lvl7pPr algn="l">
              <a:defRPr sz="1950" b="1">
                <a:solidFill>
                  <a:srgbClr val="123F35"/>
                </a:solidFill>
                <a:latin typeface="Arial"/>
                <a:ea typeface="Arial"/>
                <a:cs typeface="Arial"/>
              </a:defRPr>
            </a:lvl7pPr>
            <a:lvl8pPr algn="l">
              <a:defRPr sz="1950" b="1">
                <a:solidFill>
                  <a:srgbClr val="123F35"/>
                </a:solidFill>
                <a:latin typeface="Arial"/>
                <a:ea typeface="Arial"/>
                <a:cs typeface="Arial"/>
              </a:defRPr>
            </a:lvl8pPr>
            <a:lvl9pPr algn="l">
              <a:defRPr sz="1950" b="1">
                <a:solidFill>
                  <a:srgbClr val="123F35"/>
                </a:solidFill>
                <a:latin typeface="Arial"/>
                <a:ea typeface="Arial"/>
                <a:cs typeface="Arial"/>
              </a:defRPr>
            </a:lvl9pPr>
          </a:lstStyle>
          <a:p xmlns:a="http://schemas.openxmlformats.org/drawingml/2006/main">
            <a:pPr algn="l">
              <a:defRPr sz="1950" b="1">
                <a:solidFill>
                  <a:srgbClr val="123F35"/>
                </a:solidFill>
                <a:latin typeface="Arial"/>
                <a:ea typeface="Arial"/>
                <a:cs typeface="Arial"/>
              </a:defRPr>
            </a:pPr>
            <a:r>
              <a:rPr sz="1950" b="1">
                <a:solidFill>
                  <a:srgbClr val="123F35"/>
                </a:solidFill>
                <a:latin typeface="Arial"/>
                <a:ea typeface="Arial"/>
                <a:cs typeface="Arial"/>
              </a:rPr>
              <a:t>Tạo đơn bán</a:t>
            </a:r>
          </a:p>
        </p:txBody>
      </p:sp>
      <p:sp>
        <p:nvSpPr>
          <p:cNvPr id="12" name="">
            <a:extLst xmlns:a="http://schemas.openxmlformats.org/drawingml/2006/main">
              <a:ext uri="{FF2B5EF4-FFF2-40B4-BE49-F238E27FC236}">
                <a16:creationId xmlns:a16="http://schemas.microsoft.com/office/drawing/2014/main" id="{2B385A41-BE10-49F4-B9D4-8F449D2A78B0}"/>
              </a:ext>
            </a:extLst>
          </p:cNvPr>
          <p:cNvSpPr>
            <a:spLocks xmlns:a="http://schemas.openxmlformats.org/drawingml/2006/main" noGrp="1"/>
          </p:cNvSpPr>
          <p:nvPr/>
        </p:nvSpPr>
        <p:spPr>
          <a:xfrm xmlns:a="http://schemas.openxmlformats.org/drawingml/2006/main">
            <a:off x="4419600" y="30861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Thêm hàng, khách, thanh toán và xác nhận</a:t>
            </a:r>
          </a:p>
        </p:txBody>
      </p:sp>
      <p:sp>
        <p:nvSpPr>
          <p:cNvPr id="13" name="">
            <a:extLst xmlns:a="http://schemas.openxmlformats.org/drawingml/2006/main">
              <a:ext uri="{FF2B5EF4-FFF2-40B4-BE49-F238E27FC236}">
                <a16:creationId xmlns:a16="http://schemas.microsoft.com/office/drawing/2014/main" id="{BA3E4FE3-A4E3-4954-9E96-4EDDB88602BF}"/>
              </a:ext>
            </a:extLst>
          </p:cNvPr>
          <p:cNvSpPr>
            <a:spLocks xmlns:a="http://schemas.openxmlformats.org/drawingml/2006/main" noGrp="1"/>
          </p:cNvSpPr>
          <p:nvPr/>
        </p:nvSpPr>
        <p:spPr>
          <a:xfrm xmlns:a="http://schemas.openxmlformats.org/drawingml/2006/main">
            <a:off x="1638300" y="3676650"/>
            <a:ext cx="893445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5282CC4-6769-440D-8B4E-FEF285FD95FC}"/>
              </a:ext>
            </a:extLst>
          </p:cNvPr>
          <p:cNvSpPr>
            <a:spLocks xmlns:a="http://schemas.openxmlformats.org/drawingml/2006/main" noGrp="1"/>
          </p:cNvSpPr>
          <p:nvPr/>
        </p:nvSpPr>
        <p:spPr>
          <a:xfrm xmlns:a="http://schemas.openxmlformats.org/drawingml/2006/main">
            <a:off x="800100" y="398145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A95D42"/>
                </a:solidFill>
                <a:latin typeface="Arial"/>
                <a:ea typeface="Arial"/>
                <a:cs typeface="Arial"/>
              </a:defRPr>
            </a:defPPr>
            <a:lvl1pPr algn="l">
              <a:defRPr sz="1650" b="1">
                <a:solidFill>
                  <a:srgbClr val="A95D42"/>
                </a:solidFill>
                <a:latin typeface="Arial"/>
                <a:ea typeface="Arial"/>
                <a:cs typeface="Arial"/>
              </a:defRPr>
            </a:lvl1pPr>
            <a:lvl2pPr algn="l">
              <a:defRPr sz="1650" b="1">
                <a:solidFill>
                  <a:srgbClr val="A95D42"/>
                </a:solidFill>
                <a:latin typeface="Arial"/>
                <a:ea typeface="Arial"/>
                <a:cs typeface="Arial"/>
              </a:defRPr>
            </a:lvl2pPr>
            <a:lvl3pPr algn="l">
              <a:defRPr sz="1650" b="1">
                <a:solidFill>
                  <a:srgbClr val="A95D42"/>
                </a:solidFill>
                <a:latin typeface="Arial"/>
                <a:ea typeface="Arial"/>
                <a:cs typeface="Arial"/>
              </a:defRPr>
            </a:lvl3pPr>
            <a:lvl4pPr algn="l">
              <a:defRPr sz="1650" b="1">
                <a:solidFill>
                  <a:srgbClr val="A95D42"/>
                </a:solidFill>
                <a:latin typeface="Arial"/>
                <a:ea typeface="Arial"/>
                <a:cs typeface="Arial"/>
              </a:defRPr>
            </a:lvl4pPr>
            <a:lvl5pPr algn="l">
              <a:defRPr sz="1650" b="1">
                <a:solidFill>
                  <a:srgbClr val="A95D42"/>
                </a:solidFill>
                <a:latin typeface="Arial"/>
                <a:ea typeface="Arial"/>
                <a:cs typeface="Arial"/>
              </a:defRPr>
            </a:lvl5pPr>
            <a:lvl6pPr algn="l">
              <a:defRPr sz="1650" b="1">
                <a:solidFill>
                  <a:srgbClr val="A95D42"/>
                </a:solidFill>
                <a:latin typeface="Arial"/>
                <a:ea typeface="Arial"/>
                <a:cs typeface="Arial"/>
              </a:defRPr>
            </a:lvl6pPr>
            <a:lvl7pPr algn="l">
              <a:defRPr sz="1650" b="1">
                <a:solidFill>
                  <a:srgbClr val="A95D42"/>
                </a:solidFill>
                <a:latin typeface="Arial"/>
                <a:ea typeface="Arial"/>
                <a:cs typeface="Arial"/>
              </a:defRPr>
            </a:lvl7pPr>
            <a:lvl8pPr algn="l">
              <a:defRPr sz="1650" b="1">
                <a:solidFill>
                  <a:srgbClr val="A95D42"/>
                </a:solidFill>
                <a:latin typeface="Arial"/>
                <a:ea typeface="Arial"/>
                <a:cs typeface="Arial"/>
              </a:defRPr>
            </a:lvl8pPr>
            <a:lvl9pPr algn="l">
              <a:defRPr sz="1650" b="1">
                <a:solidFill>
                  <a:srgbClr val="A95D42"/>
                </a:solidFill>
                <a:latin typeface="Arial"/>
                <a:ea typeface="Arial"/>
                <a:cs typeface="Arial"/>
              </a:defRPr>
            </a:lvl9pPr>
          </a:lstStyle>
          <a:p xmlns:a="http://schemas.openxmlformats.org/drawingml/2006/main">
            <a:pPr algn="l">
              <a:defRPr sz="1650" b="1">
                <a:solidFill>
                  <a:srgbClr val="A95D42"/>
                </a:solidFill>
                <a:latin typeface="Arial"/>
                <a:ea typeface="Arial"/>
                <a:cs typeface="Arial"/>
              </a:defRPr>
            </a:pPr>
            <a:r>
              <a:rPr sz="1650" b="1">
                <a:solidFill>
                  <a:srgbClr val="A95D42"/>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19091E9D-FFE0-4C35-913B-4302BD24DDB4}"/>
              </a:ext>
            </a:extLst>
          </p:cNvPr>
          <p:cNvSpPr>
            <a:spLocks xmlns:a="http://schemas.openxmlformats.org/drawingml/2006/main" noGrp="1"/>
          </p:cNvSpPr>
          <p:nvPr/>
        </p:nvSpPr>
        <p:spPr>
          <a:xfrm xmlns:a="http://schemas.openxmlformats.org/drawingml/2006/main">
            <a:off x="1638300" y="39624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1">
                <a:solidFill>
                  <a:srgbClr val="123F35"/>
                </a:solidFill>
                <a:latin typeface="Arial"/>
                <a:ea typeface="Arial"/>
                <a:cs typeface="Arial"/>
              </a:defRPr>
            </a:defPPr>
            <a:lvl1pPr algn="l">
              <a:defRPr sz="1950" b="1">
                <a:solidFill>
                  <a:srgbClr val="123F35"/>
                </a:solidFill>
                <a:latin typeface="Arial"/>
                <a:ea typeface="Arial"/>
                <a:cs typeface="Arial"/>
              </a:defRPr>
            </a:lvl1pPr>
            <a:lvl2pPr algn="l">
              <a:defRPr sz="1950" b="1">
                <a:solidFill>
                  <a:srgbClr val="123F35"/>
                </a:solidFill>
                <a:latin typeface="Arial"/>
                <a:ea typeface="Arial"/>
                <a:cs typeface="Arial"/>
              </a:defRPr>
            </a:lvl2pPr>
            <a:lvl3pPr algn="l">
              <a:defRPr sz="1950" b="1">
                <a:solidFill>
                  <a:srgbClr val="123F35"/>
                </a:solidFill>
                <a:latin typeface="Arial"/>
                <a:ea typeface="Arial"/>
                <a:cs typeface="Arial"/>
              </a:defRPr>
            </a:lvl3pPr>
            <a:lvl4pPr algn="l">
              <a:defRPr sz="1950" b="1">
                <a:solidFill>
                  <a:srgbClr val="123F35"/>
                </a:solidFill>
                <a:latin typeface="Arial"/>
                <a:ea typeface="Arial"/>
                <a:cs typeface="Arial"/>
              </a:defRPr>
            </a:lvl4pPr>
            <a:lvl5pPr algn="l">
              <a:defRPr sz="1950" b="1">
                <a:solidFill>
                  <a:srgbClr val="123F35"/>
                </a:solidFill>
                <a:latin typeface="Arial"/>
                <a:ea typeface="Arial"/>
                <a:cs typeface="Arial"/>
              </a:defRPr>
            </a:lvl5pPr>
            <a:lvl6pPr algn="l">
              <a:defRPr sz="1950" b="1">
                <a:solidFill>
                  <a:srgbClr val="123F35"/>
                </a:solidFill>
                <a:latin typeface="Arial"/>
                <a:ea typeface="Arial"/>
                <a:cs typeface="Arial"/>
              </a:defRPr>
            </a:lvl6pPr>
            <a:lvl7pPr algn="l">
              <a:defRPr sz="1950" b="1">
                <a:solidFill>
                  <a:srgbClr val="123F35"/>
                </a:solidFill>
                <a:latin typeface="Arial"/>
                <a:ea typeface="Arial"/>
                <a:cs typeface="Arial"/>
              </a:defRPr>
            </a:lvl7pPr>
            <a:lvl8pPr algn="l">
              <a:defRPr sz="1950" b="1">
                <a:solidFill>
                  <a:srgbClr val="123F35"/>
                </a:solidFill>
                <a:latin typeface="Arial"/>
                <a:ea typeface="Arial"/>
                <a:cs typeface="Arial"/>
              </a:defRPr>
            </a:lvl8pPr>
            <a:lvl9pPr algn="l">
              <a:defRPr sz="1950" b="1">
                <a:solidFill>
                  <a:srgbClr val="123F35"/>
                </a:solidFill>
                <a:latin typeface="Arial"/>
                <a:ea typeface="Arial"/>
                <a:cs typeface="Arial"/>
              </a:defRPr>
            </a:lvl9pPr>
          </a:lstStyle>
          <a:p xmlns:a="http://schemas.openxmlformats.org/drawingml/2006/main">
            <a:pPr algn="l">
              <a:defRPr sz="1950" b="1">
                <a:solidFill>
                  <a:srgbClr val="123F35"/>
                </a:solidFill>
                <a:latin typeface="Arial"/>
                <a:ea typeface="Arial"/>
                <a:cs typeface="Arial"/>
              </a:defRPr>
            </a:pPr>
            <a:r>
              <a:rPr sz="1950" b="1">
                <a:solidFill>
                  <a:srgbClr val="123F35"/>
                </a:solidFill>
                <a:latin typeface="Arial"/>
                <a:ea typeface="Arial"/>
                <a:cs typeface="Arial"/>
              </a:rPr>
              <a:t>Tra lại lịch sử</a:t>
            </a:r>
          </a:p>
        </p:txBody>
      </p:sp>
      <p:sp>
        <p:nvSpPr>
          <p:cNvPr id="16" name="">
            <a:extLst xmlns:a="http://schemas.openxmlformats.org/drawingml/2006/main">
              <a:ext uri="{FF2B5EF4-FFF2-40B4-BE49-F238E27FC236}">
                <a16:creationId xmlns:a16="http://schemas.microsoft.com/office/drawing/2014/main" id="{4A723D44-920A-4977-9C3E-F1D040D32159}"/>
              </a:ext>
            </a:extLst>
          </p:cNvPr>
          <p:cNvSpPr>
            <a:spLocks xmlns:a="http://schemas.openxmlformats.org/drawingml/2006/main" noGrp="1"/>
          </p:cNvSpPr>
          <p:nvPr/>
        </p:nvSpPr>
        <p:spPr>
          <a:xfrm xmlns:a="http://schemas.openxmlformats.org/drawingml/2006/main">
            <a:off x="4419600" y="398145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Xem đơn, biến động tồn và biên nhận</a:t>
            </a:r>
          </a:p>
        </p:txBody>
      </p:sp>
      <p:sp>
        <p:nvSpPr>
          <p:cNvPr id="17" name="">
            <a:extLst xmlns:a="http://schemas.openxmlformats.org/drawingml/2006/main">
              <a:ext uri="{FF2B5EF4-FFF2-40B4-BE49-F238E27FC236}">
                <a16:creationId xmlns:a16="http://schemas.microsoft.com/office/drawing/2014/main" id="{7373DDAE-ACAC-4343-881B-BFED18146EEE}"/>
              </a:ext>
            </a:extLst>
          </p:cNvPr>
          <p:cNvSpPr>
            <a:spLocks xmlns:a="http://schemas.openxmlformats.org/drawingml/2006/main" noGrp="1"/>
          </p:cNvSpPr>
          <p:nvPr/>
        </p:nvSpPr>
        <p:spPr>
          <a:xfrm xmlns:a="http://schemas.openxmlformats.org/drawingml/2006/main">
            <a:off x="1638300" y="4572000"/>
            <a:ext cx="8934450" cy="9525"/>
          </a:xfrm>
          <a:prstGeom xmlns:a="http://schemas.openxmlformats.org/drawingml/2006/main" prst="rect">
            <a:avLst/>
          </a:prstGeom>
          <a:solidFill xmlns:a="http://schemas.openxmlformats.org/drawingml/2006/main">
            <a:srgbClr val="D8E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153852F-DB3D-44FF-AD11-636DB1DD4687}"/>
              </a:ext>
            </a:extLst>
          </p:cNvPr>
          <p:cNvSpPr>
            <a:spLocks xmlns:a="http://schemas.openxmlformats.org/drawingml/2006/main" noGrp="1"/>
          </p:cNvSpPr>
          <p:nvPr/>
        </p:nvSpPr>
        <p:spPr>
          <a:xfrm xmlns:a="http://schemas.openxmlformats.org/drawingml/2006/main">
            <a:off x="800100" y="4876800"/>
            <a:ext cx="647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1">
                <a:solidFill>
                  <a:srgbClr val="A95D42"/>
                </a:solidFill>
                <a:latin typeface="Arial"/>
                <a:ea typeface="Arial"/>
                <a:cs typeface="Arial"/>
              </a:defRPr>
            </a:defPPr>
            <a:lvl1pPr algn="l">
              <a:defRPr sz="1650" b="1">
                <a:solidFill>
                  <a:srgbClr val="A95D42"/>
                </a:solidFill>
                <a:latin typeface="Arial"/>
                <a:ea typeface="Arial"/>
                <a:cs typeface="Arial"/>
              </a:defRPr>
            </a:lvl1pPr>
            <a:lvl2pPr algn="l">
              <a:defRPr sz="1650" b="1">
                <a:solidFill>
                  <a:srgbClr val="A95D42"/>
                </a:solidFill>
                <a:latin typeface="Arial"/>
                <a:ea typeface="Arial"/>
                <a:cs typeface="Arial"/>
              </a:defRPr>
            </a:lvl2pPr>
            <a:lvl3pPr algn="l">
              <a:defRPr sz="1650" b="1">
                <a:solidFill>
                  <a:srgbClr val="A95D42"/>
                </a:solidFill>
                <a:latin typeface="Arial"/>
                <a:ea typeface="Arial"/>
                <a:cs typeface="Arial"/>
              </a:defRPr>
            </a:lvl3pPr>
            <a:lvl4pPr algn="l">
              <a:defRPr sz="1650" b="1">
                <a:solidFill>
                  <a:srgbClr val="A95D42"/>
                </a:solidFill>
                <a:latin typeface="Arial"/>
                <a:ea typeface="Arial"/>
                <a:cs typeface="Arial"/>
              </a:defRPr>
            </a:lvl4pPr>
            <a:lvl5pPr algn="l">
              <a:defRPr sz="1650" b="1">
                <a:solidFill>
                  <a:srgbClr val="A95D42"/>
                </a:solidFill>
                <a:latin typeface="Arial"/>
                <a:ea typeface="Arial"/>
                <a:cs typeface="Arial"/>
              </a:defRPr>
            </a:lvl5pPr>
            <a:lvl6pPr algn="l">
              <a:defRPr sz="1650" b="1">
                <a:solidFill>
                  <a:srgbClr val="A95D42"/>
                </a:solidFill>
                <a:latin typeface="Arial"/>
                <a:ea typeface="Arial"/>
                <a:cs typeface="Arial"/>
              </a:defRPr>
            </a:lvl6pPr>
            <a:lvl7pPr algn="l">
              <a:defRPr sz="1650" b="1">
                <a:solidFill>
                  <a:srgbClr val="A95D42"/>
                </a:solidFill>
                <a:latin typeface="Arial"/>
                <a:ea typeface="Arial"/>
                <a:cs typeface="Arial"/>
              </a:defRPr>
            </a:lvl7pPr>
            <a:lvl8pPr algn="l">
              <a:defRPr sz="1650" b="1">
                <a:solidFill>
                  <a:srgbClr val="A95D42"/>
                </a:solidFill>
                <a:latin typeface="Arial"/>
                <a:ea typeface="Arial"/>
                <a:cs typeface="Arial"/>
              </a:defRPr>
            </a:lvl8pPr>
            <a:lvl9pPr algn="l">
              <a:defRPr sz="1650" b="1">
                <a:solidFill>
                  <a:srgbClr val="A95D42"/>
                </a:solidFill>
                <a:latin typeface="Arial"/>
                <a:ea typeface="Arial"/>
                <a:cs typeface="Arial"/>
              </a:defRPr>
            </a:lvl9pPr>
          </a:lstStyle>
          <a:p xmlns:a="http://schemas.openxmlformats.org/drawingml/2006/main">
            <a:pPr algn="l">
              <a:defRPr sz="1650" b="1">
                <a:solidFill>
                  <a:srgbClr val="A95D42"/>
                </a:solidFill>
                <a:latin typeface="Arial"/>
                <a:ea typeface="Arial"/>
                <a:cs typeface="Arial"/>
              </a:defRPr>
            </a:pPr>
            <a:r>
              <a:rPr sz="1650" b="1">
                <a:solidFill>
                  <a:srgbClr val="A95D42"/>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C8DAB87F-F2CA-42C7-9E1B-62A012947192}"/>
              </a:ext>
            </a:extLst>
          </p:cNvPr>
          <p:cNvSpPr>
            <a:spLocks xmlns:a="http://schemas.openxmlformats.org/drawingml/2006/main" noGrp="1"/>
          </p:cNvSpPr>
          <p:nvPr/>
        </p:nvSpPr>
        <p:spPr>
          <a:xfrm xmlns:a="http://schemas.openxmlformats.org/drawingml/2006/main">
            <a:off x="1638300" y="485775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950" b="1">
                <a:solidFill>
                  <a:srgbClr val="123F35"/>
                </a:solidFill>
                <a:latin typeface="Arial"/>
                <a:ea typeface="Arial"/>
                <a:cs typeface="Arial"/>
              </a:defRPr>
            </a:defPPr>
            <a:lvl1pPr algn="l">
              <a:defRPr sz="1950" b="1">
                <a:solidFill>
                  <a:srgbClr val="123F35"/>
                </a:solidFill>
                <a:latin typeface="Arial"/>
                <a:ea typeface="Arial"/>
                <a:cs typeface="Arial"/>
              </a:defRPr>
            </a:lvl1pPr>
            <a:lvl2pPr algn="l">
              <a:defRPr sz="1950" b="1">
                <a:solidFill>
                  <a:srgbClr val="123F35"/>
                </a:solidFill>
                <a:latin typeface="Arial"/>
                <a:ea typeface="Arial"/>
                <a:cs typeface="Arial"/>
              </a:defRPr>
            </a:lvl2pPr>
            <a:lvl3pPr algn="l">
              <a:defRPr sz="1950" b="1">
                <a:solidFill>
                  <a:srgbClr val="123F35"/>
                </a:solidFill>
                <a:latin typeface="Arial"/>
                <a:ea typeface="Arial"/>
                <a:cs typeface="Arial"/>
              </a:defRPr>
            </a:lvl3pPr>
            <a:lvl4pPr algn="l">
              <a:defRPr sz="1950" b="1">
                <a:solidFill>
                  <a:srgbClr val="123F35"/>
                </a:solidFill>
                <a:latin typeface="Arial"/>
                <a:ea typeface="Arial"/>
                <a:cs typeface="Arial"/>
              </a:defRPr>
            </a:lvl4pPr>
            <a:lvl5pPr algn="l">
              <a:defRPr sz="1950" b="1">
                <a:solidFill>
                  <a:srgbClr val="123F35"/>
                </a:solidFill>
                <a:latin typeface="Arial"/>
                <a:ea typeface="Arial"/>
                <a:cs typeface="Arial"/>
              </a:defRPr>
            </a:lvl5pPr>
            <a:lvl6pPr algn="l">
              <a:defRPr sz="1950" b="1">
                <a:solidFill>
                  <a:srgbClr val="123F35"/>
                </a:solidFill>
                <a:latin typeface="Arial"/>
                <a:ea typeface="Arial"/>
                <a:cs typeface="Arial"/>
              </a:defRPr>
            </a:lvl6pPr>
            <a:lvl7pPr algn="l">
              <a:defRPr sz="1950" b="1">
                <a:solidFill>
                  <a:srgbClr val="123F35"/>
                </a:solidFill>
                <a:latin typeface="Arial"/>
                <a:ea typeface="Arial"/>
                <a:cs typeface="Arial"/>
              </a:defRPr>
            </a:lvl7pPr>
            <a:lvl8pPr algn="l">
              <a:defRPr sz="1950" b="1">
                <a:solidFill>
                  <a:srgbClr val="123F35"/>
                </a:solidFill>
                <a:latin typeface="Arial"/>
                <a:ea typeface="Arial"/>
                <a:cs typeface="Arial"/>
              </a:defRPr>
            </a:lvl8pPr>
            <a:lvl9pPr algn="l">
              <a:defRPr sz="1950" b="1">
                <a:solidFill>
                  <a:srgbClr val="123F35"/>
                </a:solidFill>
                <a:latin typeface="Arial"/>
                <a:ea typeface="Arial"/>
                <a:cs typeface="Arial"/>
              </a:defRPr>
            </a:lvl9pPr>
          </a:lstStyle>
          <a:p xmlns:a="http://schemas.openxmlformats.org/drawingml/2006/main">
            <a:pPr algn="l">
              <a:defRPr sz="1950" b="1">
                <a:solidFill>
                  <a:srgbClr val="123F35"/>
                </a:solidFill>
                <a:latin typeface="Arial"/>
                <a:ea typeface="Arial"/>
                <a:cs typeface="Arial"/>
              </a:defRPr>
            </a:pPr>
            <a:r>
              <a:rPr sz="1950" b="1">
                <a:solidFill>
                  <a:srgbClr val="123F35"/>
                </a:solidFill>
                <a:latin typeface="Arial"/>
                <a:ea typeface="Arial"/>
                <a:cs typeface="Arial"/>
              </a:rPr>
              <a:t>Theo dõi ngày bán</a:t>
            </a:r>
          </a:p>
        </p:txBody>
      </p:sp>
      <p:sp>
        <p:nvSpPr>
          <p:cNvPr id="20" name="">
            <a:extLst xmlns:a="http://schemas.openxmlformats.org/drawingml/2006/main">
              <a:ext uri="{FF2B5EF4-FFF2-40B4-BE49-F238E27FC236}">
                <a16:creationId xmlns:a16="http://schemas.microsoft.com/office/drawing/2014/main" id="{C5E0CE34-5D28-4430-84BC-B9FFE8DE6991}"/>
              </a:ext>
            </a:extLst>
          </p:cNvPr>
          <p:cNvSpPr>
            <a:spLocks xmlns:a="http://schemas.openxmlformats.org/drawingml/2006/main" noGrp="1"/>
          </p:cNvSpPr>
          <p:nvPr/>
        </p:nvSpPr>
        <p:spPr>
          <a:xfrm xmlns:a="http://schemas.openxmlformats.org/drawingml/2006/main">
            <a:off x="4419600" y="4876800"/>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500" b="0">
                <a:solidFill>
                  <a:srgbClr val="63736B"/>
                </a:solidFill>
                <a:latin typeface="Arial"/>
                <a:ea typeface="Arial"/>
                <a:cs typeface="Arial"/>
              </a:defRPr>
            </a:defPPr>
            <a:lvl1pPr algn="l">
              <a:defRPr sz="1500" b="0">
                <a:solidFill>
                  <a:srgbClr val="63736B"/>
                </a:solidFill>
                <a:latin typeface="Arial"/>
                <a:ea typeface="Arial"/>
                <a:cs typeface="Arial"/>
              </a:defRPr>
            </a:lvl1pPr>
            <a:lvl2pPr algn="l">
              <a:defRPr sz="1500" b="0">
                <a:solidFill>
                  <a:srgbClr val="63736B"/>
                </a:solidFill>
                <a:latin typeface="Arial"/>
                <a:ea typeface="Arial"/>
                <a:cs typeface="Arial"/>
              </a:defRPr>
            </a:lvl2pPr>
            <a:lvl3pPr algn="l">
              <a:defRPr sz="1500" b="0">
                <a:solidFill>
                  <a:srgbClr val="63736B"/>
                </a:solidFill>
                <a:latin typeface="Arial"/>
                <a:ea typeface="Arial"/>
                <a:cs typeface="Arial"/>
              </a:defRPr>
            </a:lvl3pPr>
            <a:lvl4pPr algn="l">
              <a:defRPr sz="1500" b="0">
                <a:solidFill>
                  <a:srgbClr val="63736B"/>
                </a:solidFill>
                <a:latin typeface="Arial"/>
                <a:ea typeface="Arial"/>
                <a:cs typeface="Arial"/>
              </a:defRPr>
            </a:lvl4pPr>
            <a:lvl5pPr algn="l">
              <a:defRPr sz="1500" b="0">
                <a:solidFill>
                  <a:srgbClr val="63736B"/>
                </a:solidFill>
                <a:latin typeface="Arial"/>
                <a:ea typeface="Arial"/>
                <a:cs typeface="Arial"/>
              </a:defRPr>
            </a:lvl5pPr>
            <a:lvl6pPr algn="l">
              <a:defRPr sz="1500" b="0">
                <a:solidFill>
                  <a:srgbClr val="63736B"/>
                </a:solidFill>
                <a:latin typeface="Arial"/>
                <a:ea typeface="Arial"/>
                <a:cs typeface="Arial"/>
              </a:defRPr>
            </a:lvl6pPr>
            <a:lvl7pPr algn="l">
              <a:defRPr sz="1500" b="0">
                <a:solidFill>
                  <a:srgbClr val="63736B"/>
                </a:solidFill>
                <a:latin typeface="Arial"/>
                <a:ea typeface="Arial"/>
                <a:cs typeface="Arial"/>
              </a:defRPr>
            </a:lvl7pPr>
            <a:lvl8pPr algn="l">
              <a:defRPr sz="1500" b="0">
                <a:solidFill>
                  <a:srgbClr val="63736B"/>
                </a:solidFill>
                <a:latin typeface="Arial"/>
                <a:ea typeface="Arial"/>
                <a:cs typeface="Arial"/>
              </a:defRPr>
            </a:lvl8pPr>
            <a:lvl9pPr algn="l">
              <a:defRPr sz="1500" b="0">
                <a:solidFill>
                  <a:srgbClr val="63736B"/>
                </a:solidFill>
                <a:latin typeface="Arial"/>
                <a:ea typeface="Arial"/>
                <a:cs typeface="Arial"/>
              </a:defRPr>
            </a:lvl9pPr>
          </a:lstStyle>
          <a:p xmlns:a="http://schemas.openxmlformats.org/drawingml/2006/main">
            <a:pPr algn="l">
              <a:defRPr sz="1500" b="0">
                <a:solidFill>
                  <a:srgbClr val="63736B"/>
                </a:solidFill>
                <a:latin typeface="Arial"/>
                <a:ea typeface="Arial"/>
                <a:cs typeface="Arial"/>
              </a:defRPr>
            </a:pPr>
            <a:r>
              <a:rPr sz="1500" b="0">
                <a:solidFill>
                  <a:srgbClr val="63736B"/>
                </a:solidFill>
                <a:latin typeface="Arial"/>
                <a:ea typeface="Arial"/>
                <a:cs typeface="Arial"/>
              </a:rPr>
              <a:t>Đối chiếu ca tiền mặt và báo cáo</a:t>
            </a:r>
          </a:p>
        </p:txBody>
      </p:sp>
      <p:sp>
        <p:nvSpPr>
          <p:cNvPr id="21" name="">
            <a:extLst xmlns:a="http://schemas.openxmlformats.org/drawingml/2006/main">
              <a:ext uri="{FF2B5EF4-FFF2-40B4-BE49-F238E27FC236}">
                <a16:creationId xmlns:a16="http://schemas.microsoft.com/office/drawing/2014/main" id="{E613AAC2-A6EE-409D-A820-9C7D155828C3}"/>
              </a:ext>
            </a:extLst>
          </p:cNvPr>
          <p:cNvSpPr>
            <a:spLocks xmlns:a="http://schemas.openxmlformats.org/drawingml/2006/main" noGrp="1"/>
          </p:cNvSpPr>
          <p:nvPr/>
        </p:nvSpPr>
        <p:spPr>
          <a:xfrm xmlns:a="http://schemas.openxmlformats.org/drawingml/2006/main">
            <a:off x="800100" y="59245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0">
                <a:solidFill>
                  <a:srgbClr val="A95D42"/>
                </a:solidFill>
                <a:latin typeface="Arial"/>
                <a:ea typeface="Arial"/>
                <a:cs typeface="Arial"/>
              </a:defRPr>
            </a:defPPr>
            <a:lvl1pPr algn="l">
              <a:defRPr sz="1125" b="0">
                <a:solidFill>
                  <a:srgbClr val="A95D42"/>
                </a:solidFill>
                <a:latin typeface="Arial"/>
                <a:ea typeface="Arial"/>
                <a:cs typeface="Arial"/>
              </a:defRPr>
            </a:lvl1pPr>
            <a:lvl2pPr algn="l">
              <a:defRPr sz="1125" b="0">
                <a:solidFill>
                  <a:srgbClr val="A95D42"/>
                </a:solidFill>
                <a:latin typeface="Arial"/>
                <a:ea typeface="Arial"/>
                <a:cs typeface="Arial"/>
              </a:defRPr>
            </a:lvl2pPr>
            <a:lvl3pPr algn="l">
              <a:defRPr sz="1125" b="0">
                <a:solidFill>
                  <a:srgbClr val="A95D42"/>
                </a:solidFill>
                <a:latin typeface="Arial"/>
                <a:ea typeface="Arial"/>
                <a:cs typeface="Arial"/>
              </a:defRPr>
            </a:lvl3pPr>
            <a:lvl4pPr algn="l">
              <a:defRPr sz="1125" b="0">
                <a:solidFill>
                  <a:srgbClr val="A95D42"/>
                </a:solidFill>
                <a:latin typeface="Arial"/>
                <a:ea typeface="Arial"/>
                <a:cs typeface="Arial"/>
              </a:defRPr>
            </a:lvl4pPr>
            <a:lvl5pPr algn="l">
              <a:defRPr sz="1125" b="0">
                <a:solidFill>
                  <a:srgbClr val="A95D42"/>
                </a:solidFill>
                <a:latin typeface="Arial"/>
                <a:ea typeface="Arial"/>
                <a:cs typeface="Arial"/>
              </a:defRPr>
            </a:lvl5pPr>
            <a:lvl6pPr algn="l">
              <a:defRPr sz="1125" b="0">
                <a:solidFill>
                  <a:srgbClr val="A95D42"/>
                </a:solidFill>
                <a:latin typeface="Arial"/>
                <a:ea typeface="Arial"/>
                <a:cs typeface="Arial"/>
              </a:defRPr>
            </a:lvl6pPr>
            <a:lvl7pPr algn="l">
              <a:defRPr sz="1125" b="0">
                <a:solidFill>
                  <a:srgbClr val="A95D42"/>
                </a:solidFill>
                <a:latin typeface="Arial"/>
                <a:ea typeface="Arial"/>
                <a:cs typeface="Arial"/>
              </a:defRPr>
            </a:lvl7pPr>
            <a:lvl8pPr algn="l">
              <a:defRPr sz="1125" b="0">
                <a:solidFill>
                  <a:srgbClr val="A95D42"/>
                </a:solidFill>
                <a:latin typeface="Arial"/>
                <a:ea typeface="Arial"/>
                <a:cs typeface="Arial"/>
              </a:defRPr>
            </a:lvl8pPr>
            <a:lvl9pPr algn="l">
              <a:defRPr sz="1125" b="0">
                <a:solidFill>
                  <a:srgbClr val="A95D42"/>
                </a:solidFill>
                <a:latin typeface="Arial"/>
                <a:ea typeface="Arial"/>
                <a:cs typeface="Arial"/>
              </a:defRPr>
            </a:lvl9pPr>
          </a:lstStyle>
          <a:p xmlns:a="http://schemas.openxmlformats.org/drawingml/2006/main">
            <a:pPr algn="l">
              <a:defRPr sz="1125" b="0">
                <a:solidFill>
                  <a:srgbClr val="A95D42"/>
                </a:solidFill>
                <a:latin typeface="Arial"/>
                <a:ea typeface="Arial"/>
                <a:cs typeface="Arial"/>
              </a:defRPr>
            </a:pPr>
            <a:r>
              <a:rPr sz="1125" b="0">
                <a:solidFill>
                  <a:srgbClr val="A95D42"/>
                </a:solidFill>
                <a:latin typeface="Arial"/>
                <a:ea typeface="Arial"/>
                <a:cs typeface="Arial"/>
              </a:rPr>
              <a:t>Chỉ trình diễn luồng đã có bằng chứng chạy; voucher 0018 chưa đưa vào demo trên CSDL local.</a:t>
            </a:r>
          </a:p>
        </p:txBody>
      </p:sp>
    </p:spTree>
    <p:extLst>
      <p:ext uri="{BB962C8B-B14F-4D97-AF65-F5344CB8AC3E}">
        <p14:creationId xmlns:p14="http://schemas.microsoft.com/office/powerpoint/2010/main" val="1971785048"/>
      </p:ext>
    </p:extLst>
  </p:cSld>
</p:sld>
</file>

<file path=ppt/slides/slide9.xml><?xml version="1.0" encoding="utf-8"?>
<p:sld xmlns:p="http://schemas.openxmlformats.org/presentationml/2006/main">
  <p:cSld>
    <p:bg>
      <p:bgPr>
        <a:solidFill xmlns:a="http://schemas.openxmlformats.org/drawingml/2006/main">
          <a:srgbClr val="123F35"/>
        </a:solidFill>
      </p:bgPr>
    </p:bg>
    <p:spTree>
      <p:nvGrpSpPr>
        <p:cNvPr id="1" name=""/>
        <p:cNvGrpSpPr/>
        <p:nvPr/>
      </p:nvGrpSpPr>
      <p:grpSpPr>
        <a:xfrm xmlns:a="http://schemas.openxmlformats.org/drawingml/2006/main"/>
      </p:grpSpPr>
      <p:sp>
        <p:nvSpPr>
          <p:cNvPr id="15" name="next-steps-title">
            <a:extLst xmlns:a="http://schemas.openxmlformats.org/drawingml/2006/main">
              <a:ext uri="{FF2B5EF4-FFF2-40B4-BE49-F238E27FC236}">
                <a16:creationId xmlns:a16="http://schemas.microsoft.com/office/drawing/2014/main" id="{2C0B2F65-D23F-43A8-A150-2477CFAC34AF}"/>
              </a:ext>
            </a:extLst>
          </p:cNvPr>
          <p:cNvSpPr>
            <a:spLocks xmlns:a="http://schemas.openxmlformats.org/drawingml/2006/main" noGrp="1"/>
          </p:cNvSpPr>
          <p:nvPr/>
        </p:nvSpPr>
        <p:spPr>
          <a:xfrm xmlns:a="http://schemas.openxmlformats.org/drawingml/2006/main">
            <a:off x="742950" y="590550"/>
            <a:ext cx="1000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3375" b="1">
                <a:solidFill>
                  <a:srgbClr val="FFFFFF"/>
                </a:solidFill>
                <a:latin typeface="Arial"/>
                <a:ea typeface="Arial"/>
                <a:cs typeface="Arial"/>
              </a:defRPr>
            </a:defPPr>
            <a:lvl1pPr algn="l">
              <a:defRPr sz="3375" b="1">
                <a:solidFill>
                  <a:srgbClr val="FFFFFF"/>
                </a:solidFill>
                <a:latin typeface="Arial"/>
                <a:ea typeface="Arial"/>
                <a:cs typeface="Arial"/>
              </a:defRPr>
            </a:lvl1pPr>
            <a:lvl2pPr algn="l">
              <a:defRPr sz="3375" b="1">
                <a:solidFill>
                  <a:srgbClr val="FFFFFF"/>
                </a:solidFill>
                <a:latin typeface="Arial"/>
                <a:ea typeface="Arial"/>
                <a:cs typeface="Arial"/>
              </a:defRPr>
            </a:lvl2pPr>
            <a:lvl3pPr algn="l">
              <a:defRPr sz="3375" b="1">
                <a:solidFill>
                  <a:srgbClr val="FFFFFF"/>
                </a:solidFill>
                <a:latin typeface="Arial"/>
                <a:ea typeface="Arial"/>
                <a:cs typeface="Arial"/>
              </a:defRPr>
            </a:lvl3pPr>
            <a:lvl4pPr algn="l">
              <a:defRPr sz="3375" b="1">
                <a:solidFill>
                  <a:srgbClr val="FFFFFF"/>
                </a:solidFill>
                <a:latin typeface="Arial"/>
                <a:ea typeface="Arial"/>
                <a:cs typeface="Arial"/>
              </a:defRPr>
            </a:lvl4pPr>
            <a:lvl5pPr algn="l">
              <a:defRPr sz="3375" b="1">
                <a:solidFill>
                  <a:srgbClr val="FFFFFF"/>
                </a:solidFill>
                <a:latin typeface="Arial"/>
                <a:ea typeface="Arial"/>
                <a:cs typeface="Arial"/>
              </a:defRPr>
            </a:lvl5pPr>
            <a:lvl6pPr algn="l">
              <a:defRPr sz="3375" b="1">
                <a:solidFill>
                  <a:srgbClr val="FFFFFF"/>
                </a:solidFill>
                <a:latin typeface="Arial"/>
                <a:ea typeface="Arial"/>
                <a:cs typeface="Arial"/>
              </a:defRPr>
            </a:lvl6pPr>
            <a:lvl7pPr algn="l">
              <a:defRPr sz="3375" b="1">
                <a:solidFill>
                  <a:srgbClr val="FFFFFF"/>
                </a:solidFill>
                <a:latin typeface="Arial"/>
                <a:ea typeface="Arial"/>
                <a:cs typeface="Arial"/>
              </a:defRPr>
            </a:lvl7pPr>
            <a:lvl8pPr algn="l">
              <a:defRPr sz="3375" b="1">
                <a:solidFill>
                  <a:srgbClr val="FFFFFF"/>
                </a:solidFill>
                <a:latin typeface="Arial"/>
                <a:ea typeface="Arial"/>
                <a:cs typeface="Arial"/>
              </a:defRPr>
            </a:lvl8pPr>
            <a:lvl9pPr algn="l">
              <a:defRPr sz="3375" b="1">
                <a:solidFill>
                  <a:srgbClr val="FFFFFF"/>
                </a:solidFill>
                <a:latin typeface="Arial"/>
                <a:ea typeface="Arial"/>
                <a:cs typeface="Arial"/>
              </a:defRPr>
            </a:lvl9pPr>
          </a:lstStyle>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Bước tiếp theo</a:t>
            </a:r>
          </a:p>
        </p:txBody>
      </p:sp>
      <p:sp>
        <p:nvSpPr>
          <p:cNvPr id="2" name="">
            <a:extLst xmlns:a="http://schemas.openxmlformats.org/drawingml/2006/main">
              <a:ext uri="{FF2B5EF4-FFF2-40B4-BE49-F238E27FC236}">
                <a16:creationId xmlns:a16="http://schemas.microsoft.com/office/drawing/2014/main" id="{E4A52EC0-FF36-4C9F-A1CC-DB1D800C294C}"/>
              </a:ext>
            </a:extLst>
          </p:cNvPr>
          <p:cNvSpPr>
            <a:spLocks xmlns:a="http://schemas.openxmlformats.org/drawingml/2006/main" noGrp="1"/>
          </p:cNvSpPr>
          <p:nvPr/>
        </p:nvSpPr>
        <p:spPr>
          <a:xfrm xmlns:a="http://schemas.openxmlformats.org/drawingml/2006/main">
            <a:off x="762000" y="1333500"/>
            <a:ext cx="647700" cy="57150"/>
          </a:xfrm>
          <a:prstGeom xmlns:a="http://schemas.openxmlformats.org/drawingml/2006/main" prst="roundRect">
            <a:avLst>
              <a:gd name="adj" fmla="val 50000"/>
            </a:avLst>
          </a:prstGeom>
          <a:solidFill xmlns:a="http://schemas.openxmlformats.org/drawingml/2006/main">
            <a:srgbClr val="C8F36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DE7DEBC-680C-4907-83B9-278AEFDA6E27}"/>
              </a:ext>
            </a:extLst>
          </p:cNvPr>
          <p:cNvSpPr>
            <a:spLocks xmlns:a="http://schemas.openxmlformats.org/drawingml/2006/main" noGrp="1"/>
          </p:cNvSpPr>
          <p:nvPr/>
        </p:nvSpPr>
        <p:spPr>
          <a:xfrm xmlns:a="http://schemas.openxmlformats.org/drawingml/2006/main">
            <a:off x="781050" y="21431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1">
                <a:solidFill>
                  <a:srgbClr val="C8F36C"/>
                </a:solidFill>
                <a:latin typeface="Arial"/>
                <a:ea typeface="Arial"/>
                <a:cs typeface="Arial"/>
              </a:defRPr>
            </a:defPPr>
            <a:lvl1pPr algn="l">
              <a:defRPr sz="1125" b="1">
                <a:solidFill>
                  <a:srgbClr val="C8F36C"/>
                </a:solidFill>
                <a:latin typeface="Arial"/>
                <a:ea typeface="Arial"/>
                <a:cs typeface="Arial"/>
              </a:defRPr>
            </a:lvl1pPr>
            <a:lvl2pPr algn="l">
              <a:defRPr sz="1125" b="1">
                <a:solidFill>
                  <a:srgbClr val="C8F36C"/>
                </a:solidFill>
                <a:latin typeface="Arial"/>
                <a:ea typeface="Arial"/>
                <a:cs typeface="Arial"/>
              </a:defRPr>
            </a:lvl2pPr>
            <a:lvl3pPr algn="l">
              <a:defRPr sz="1125" b="1">
                <a:solidFill>
                  <a:srgbClr val="C8F36C"/>
                </a:solidFill>
                <a:latin typeface="Arial"/>
                <a:ea typeface="Arial"/>
                <a:cs typeface="Arial"/>
              </a:defRPr>
            </a:lvl3pPr>
            <a:lvl4pPr algn="l">
              <a:defRPr sz="1125" b="1">
                <a:solidFill>
                  <a:srgbClr val="C8F36C"/>
                </a:solidFill>
                <a:latin typeface="Arial"/>
                <a:ea typeface="Arial"/>
                <a:cs typeface="Arial"/>
              </a:defRPr>
            </a:lvl4pPr>
            <a:lvl5pPr algn="l">
              <a:defRPr sz="1125" b="1">
                <a:solidFill>
                  <a:srgbClr val="C8F36C"/>
                </a:solidFill>
                <a:latin typeface="Arial"/>
                <a:ea typeface="Arial"/>
                <a:cs typeface="Arial"/>
              </a:defRPr>
            </a:lvl5pPr>
            <a:lvl6pPr algn="l">
              <a:defRPr sz="1125" b="1">
                <a:solidFill>
                  <a:srgbClr val="C8F36C"/>
                </a:solidFill>
                <a:latin typeface="Arial"/>
                <a:ea typeface="Arial"/>
                <a:cs typeface="Arial"/>
              </a:defRPr>
            </a:lvl6pPr>
            <a:lvl7pPr algn="l">
              <a:defRPr sz="1125" b="1">
                <a:solidFill>
                  <a:srgbClr val="C8F36C"/>
                </a:solidFill>
                <a:latin typeface="Arial"/>
                <a:ea typeface="Arial"/>
                <a:cs typeface="Arial"/>
              </a:defRPr>
            </a:lvl7pPr>
            <a:lvl8pPr algn="l">
              <a:defRPr sz="1125" b="1">
                <a:solidFill>
                  <a:srgbClr val="C8F36C"/>
                </a:solidFill>
                <a:latin typeface="Arial"/>
                <a:ea typeface="Arial"/>
                <a:cs typeface="Arial"/>
              </a:defRPr>
            </a:lvl8pPr>
            <a:lvl9pPr algn="l">
              <a:defRPr sz="1125" b="1">
                <a:solidFill>
                  <a:srgbClr val="C8F36C"/>
                </a:solidFill>
                <a:latin typeface="Arial"/>
                <a:ea typeface="Arial"/>
                <a:cs typeface="Arial"/>
              </a:defRPr>
            </a:lvl9pPr>
          </a:lstStyle>
          <a:p xmlns:a="http://schemas.openxmlformats.org/drawingml/2006/main">
            <a:pPr algn="l">
              <a:defRPr sz="1125" b="1">
                <a:solidFill>
                  <a:srgbClr val="C8F36C"/>
                </a:solidFill>
                <a:latin typeface="Arial"/>
                <a:ea typeface="Arial"/>
                <a:cs typeface="Arial"/>
              </a:defRPr>
            </a:pPr>
            <a:r>
              <a:rPr sz="1125" b="1">
                <a:solidFill>
                  <a:srgbClr val="C8F36C"/>
                </a:solidFill>
                <a:latin typeface="Arial"/>
                <a:ea typeface="Arial"/>
                <a:cs typeface="Arial"/>
              </a:rPr>
              <a:t>HOÀN THIỆN SẢN PHẨM</a:t>
            </a:r>
          </a:p>
        </p:txBody>
      </p:sp>
      <p:sp>
        <p:nvSpPr>
          <p:cNvPr id="4" name="">
            <a:extLst xmlns:a="http://schemas.openxmlformats.org/drawingml/2006/main">
              <a:ext uri="{FF2B5EF4-FFF2-40B4-BE49-F238E27FC236}">
                <a16:creationId xmlns:a16="http://schemas.microsoft.com/office/drawing/2014/main" id="{B019263F-C513-4834-93AA-C16D33E04430}"/>
              </a:ext>
            </a:extLst>
          </p:cNvPr>
          <p:cNvSpPr>
            <a:spLocks xmlns:a="http://schemas.openxmlformats.org/drawingml/2006/main" noGrp="1"/>
          </p:cNvSpPr>
          <p:nvPr/>
        </p:nvSpPr>
        <p:spPr>
          <a:xfrm xmlns:a="http://schemas.openxmlformats.org/drawingml/2006/main">
            <a:off x="781050" y="2705100"/>
            <a:ext cx="31432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Áp dụng migration 0018 sau backup đã xác minh. Hoàn thiện các phần PIM / OMS còn thiếu.</a:t>
            </a:r>
          </a:p>
        </p:txBody>
      </p:sp>
      <p:sp>
        <p:nvSpPr>
          <p:cNvPr id="5" name="">
            <a:extLst xmlns:a="http://schemas.openxmlformats.org/drawingml/2006/main">
              <a:ext uri="{FF2B5EF4-FFF2-40B4-BE49-F238E27FC236}">
                <a16:creationId xmlns:a16="http://schemas.microsoft.com/office/drawing/2014/main" id="{2F47A365-2FB3-42D5-BFB0-45F58F321675}"/>
              </a:ext>
            </a:extLst>
          </p:cNvPr>
          <p:cNvSpPr>
            <a:spLocks xmlns:a="http://schemas.openxmlformats.org/drawingml/2006/main" noGrp="1"/>
          </p:cNvSpPr>
          <p:nvPr/>
        </p:nvSpPr>
        <p:spPr>
          <a:xfrm xmlns:a="http://schemas.openxmlformats.org/drawingml/2006/main">
            <a:off x="4114800" y="2133600"/>
            <a:ext cx="9525" cy="2533650"/>
          </a:xfrm>
          <a:prstGeom xmlns:a="http://schemas.openxmlformats.org/drawingml/2006/main" prst="rect">
            <a:avLst/>
          </a:prstGeom>
          <a:solidFill xmlns:a="http://schemas.openxmlformats.org/drawingml/2006/main">
            <a:srgbClr val="52736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661F4EE-8923-43B9-993E-C0A4E5C5898F}"/>
              </a:ext>
            </a:extLst>
          </p:cNvPr>
          <p:cNvSpPr>
            <a:spLocks xmlns:a="http://schemas.openxmlformats.org/drawingml/2006/main" noGrp="1"/>
          </p:cNvSpPr>
          <p:nvPr/>
        </p:nvSpPr>
        <p:spPr>
          <a:xfrm xmlns:a="http://schemas.openxmlformats.org/drawingml/2006/main">
            <a:off x="4438650" y="21431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1">
                <a:solidFill>
                  <a:srgbClr val="C8F36C"/>
                </a:solidFill>
                <a:latin typeface="Arial"/>
                <a:ea typeface="Arial"/>
                <a:cs typeface="Arial"/>
              </a:defRPr>
            </a:defPPr>
            <a:lvl1pPr algn="l">
              <a:defRPr sz="1125" b="1">
                <a:solidFill>
                  <a:srgbClr val="C8F36C"/>
                </a:solidFill>
                <a:latin typeface="Arial"/>
                <a:ea typeface="Arial"/>
                <a:cs typeface="Arial"/>
              </a:defRPr>
            </a:lvl1pPr>
            <a:lvl2pPr algn="l">
              <a:defRPr sz="1125" b="1">
                <a:solidFill>
                  <a:srgbClr val="C8F36C"/>
                </a:solidFill>
                <a:latin typeface="Arial"/>
                <a:ea typeface="Arial"/>
                <a:cs typeface="Arial"/>
              </a:defRPr>
            </a:lvl2pPr>
            <a:lvl3pPr algn="l">
              <a:defRPr sz="1125" b="1">
                <a:solidFill>
                  <a:srgbClr val="C8F36C"/>
                </a:solidFill>
                <a:latin typeface="Arial"/>
                <a:ea typeface="Arial"/>
                <a:cs typeface="Arial"/>
              </a:defRPr>
            </a:lvl3pPr>
            <a:lvl4pPr algn="l">
              <a:defRPr sz="1125" b="1">
                <a:solidFill>
                  <a:srgbClr val="C8F36C"/>
                </a:solidFill>
                <a:latin typeface="Arial"/>
                <a:ea typeface="Arial"/>
                <a:cs typeface="Arial"/>
              </a:defRPr>
            </a:lvl4pPr>
            <a:lvl5pPr algn="l">
              <a:defRPr sz="1125" b="1">
                <a:solidFill>
                  <a:srgbClr val="C8F36C"/>
                </a:solidFill>
                <a:latin typeface="Arial"/>
                <a:ea typeface="Arial"/>
                <a:cs typeface="Arial"/>
              </a:defRPr>
            </a:lvl5pPr>
            <a:lvl6pPr algn="l">
              <a:defRPr sz="1125" b="1">
                <a:solidFill>
                  <a:srgbClr val="C8F36C"/>
                </a:solidFill>
                <a:latin typeface="Arial"/>
                <a:ea typeface="Arial"/>
                <a:cs typeface="Arial"/>
              </a:defRPr>
            </a:lvl6pPr>
            <a:lvl7pPr algn="l">
              <a:defRPr sz="1125" b="1">
                <a:solidFill>
                  <a:srgbClr val="C8F36C"/>
                </a:solidFill>
                <a:latin typeface="Arial"/>
                <a:ea typeface="Arial"/>
                <a:cs typeface="Arial"/>
              </a:defRPr>
            </a:lvl7pPr>
            <a:lvl8pPr algn="l">
              <a:defRPr sz="1125" b="1">
                <a:solidFill>
                  <a:srgbClr val="C8F36C"/>
                </a:solidFill>
                <a:latin typeface="Arial"/>
                <a:ea typeface="Arial"/>
                <a:cs typeface="Arial"/>
              </a:defRPr>
            </a:lvl8pPr>
            <a:lvl9pPr algn="l">
              <a:defRPr sz="1125" b="1">
                <a:solidFill>
                  <a:srgbClr val="C8F36C"/>
                </a:solidFill>
                <a:latin typeface="Arial"/>
                <a:ea typeface="Arial"/>
                <a:cs typeface="Arial"/>
              </a:defRPr>
            </a:lvl9pPr>
          </a:lstStyle>
          <a:p xmlns:a="http://schemas.openxmlformats.org/drawingml/2006/main">
            <a:pPr algn="l">
              <a:defRPr sz="1125" b="1">
                <a:solidFill>
                  <a:srgbClr val="C8F36C"/>
                </a:solidFill>
                <a:latin typeface="Arial"/>
                <a:ea typeface="Arial"/>
                <a:cs typeface="Arial"/>
              </a:defRPr>
            </a:pPr>
            <a:r>
              <a:rPr sz="1125" b="1">
                <a:solidFill>
                  <a:srgbClr val="C8F36C"/>
                </a:solidFill>
                <a:latin typeface="Arial"/>
                <a:ea typeface="Arial"/>
                <a:cs typeface="Arial"/>
              </a:rPr>
              <a:t>TRƯỚC KHI PILOT</a:t>
            </a:r>
          </a:p>
        </p:txBody>
      </p:sp>
      <p:sp>
        <p:nvSpPr>
          <p:cNvPr id="7" name="">
            <a:extLst xmlns:a="http://schemas.openxmlformats.org/drawingml/2006/main">
              <a:ext uri="{FF2B5EF4-FFF2-40B4-BE49-F238E27FC236}">
                <a16:creationId xmlns:a16="http://schemas.microsoft.com/office/drawing/2014/main" id="{CA185489-8AC1-4E72-8C7C-7C928D49C9EE}"/>
              </a:ext>
            </a:extLst>
          </p:cNvPr>
          <p:cNvSpPr>
            <a:spLocks xmlns:a="http://schemas.openxmlformats.org/drawingml/2006/main" noGrp="1"/>
          </p:cNvSpPr>
          <p:nvPr/>
        </p:nvSpPr>
        <p:spPr>
          <a:xfrm xmlns:a="http://schemas.openxmlformats.org/drawingml/2006/main">
            <a:off x="4438650" y="2705100"/>
            <a:ext cx="31432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Thử trên iOS và Android 10+, triển khai HTTPS/PostgreSQL quản lý, diễn tập backup và phục hồi.</a:t>
            </a:r>
          </a:p>
        </p:txBody>
      </p:sp>
      <p:sp>
        <p:nvSpPr>
          <p:cNvPr id="8" name="">
            <a:extLst xmlns:a="http://schemas.openxmlformats.org/drawingml/2006/main">
              <a:ext uri="{FF2B5EF4-FFF2-40B4-BE49-F238E27FC236}">
                <a16:creationId xmlns:a16="http://schemas.microsoft.com/office/drawing/2014/main" id="{A18E9D50-D688-4067-911C-686DE45EFDB4}"/>
              </a:ext>
            </a:extLst>
          </p:cNvPr>
          <p:cNvSpPr>
            <a:spLocks xmlns:a="http://schemas.openxmlformats.org/drawingml/2006/main" noGrp="1"/>
          </p:cNvSpPr>
          <p:nvPr/>
        </p:nvSpPr>
        <p:spPr>
          <a:xfrm xmlns:a="http://schemas.openxmlformats.org/drawingml/2006/main">
            <a:off x="7772400" y="2133600"/>
            <a:ext cx="9525" cy="2533650"/>
          </a:xfrm>
          <a:prstGeom xmlns:a="http://schemas.openxmlformats.org/drawingml/2006/main" prst="rect">
            <a:avLst/>
          </a:prstGeom>
          <a:solidFill xmlns:a="http://schemas.openxmlformats.org/drawingml/2006/main">
            <a:srgbClr val="52736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A3C8FA0-6F32-4001-BD78-D69739CB0D30}"/>
              </a:ext>
            </a:extLst>
          </p:cNvPr>
          <p:cNvSpPr>
            <a:spLocks xmlns:a="http://schemas.openxmlformats.org/drawingml/2006/main" noGrp="1"/>
          </p:cNvSpPr>
          <p:nvPr/>
        </p:nvSpPr>
        <p:spPr>
          <a:xfrm xmlns:a="http://schemas.openxmlformats.org/drawingml/2006/main">
            <a:off x="8096250" y="214312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125" b="1">
                <a:solidFill>
                  <a:srgbClr val="C8F36C"/>
                </a:solidFill>
                <a:latin typeface="Arial"/>
                <a:ea typeface="Arial"/>
                <a:cs typeface="Arial"/>
              </a:defRPr>
            </a:defPPr>
            <a:lvl1pPr algn="l">
              <a:defRPr sz="1125" b="1">
                <a:solidFill>
                  <a:srgbClr val="C8F36C"/>
                </a:solidFill>
                <a:latin typeface="Arial"/>
                <a:ea typeface="Arial"/>
                <a:cs typeface="Arial"/>
              </a:defRPr>
            </a:lvl1pPr>
            <a:lvl2pPr algn="l">
              <a:defRPr sz="1125" b="1">
                <a:solidFill>
                  <a:srgbClr val="C8F36C"/>
                </a:solidFill>
                <a:latin typeface="Arial"/>
                <a:ea typeface="Arial"/>
                <a:cs typeface="Arial"/>
              </a:defRPr>
            </a:lvl2pPr>
            <a:lvl3pPr algn="l">
              <a:defRPr sz="1125" b="1">
                <a:solidFill>
                  <a:srgbClr val="C8F36C"/>
                </a:solidFill>
                <a:latin typeface="Arial"/>
                <a:ea typeface="Arial"/>
                <a:cs typeface="Arial"/>
              </a:defRPr>
            </a:lvl3pPr>
            <a:lvl4pPr algn="l">
              <a:defRPr sz="1125" b="1">
                <a:solidFill>
                  <a:srgbClr val="C8F36C"/>
                </a:solidFill>
                <a:latin typeface="Arial"/>
                <a:ea typeface="Arial"/>
                <a:cs typeface="Arial"/>
              </a:defRPr>
            </a:lvl4pPr>
            <a:lvl5pPr algn="l">
              <a:defRPr sz="1125" b="1">
                <a:solidFill>
                  <a:srgbClr val="C8F36C"/>
                </a:solidFill>
                <a:latin typeface="Arial"/>
                <a:ea typeface="Arial"/>
                <a:cs typeface="Arial"/>
              </a:defRPr>
            </a:lvl5pPr>
            <a:lvl6pPr algn="l">
              <a:defRPr sz="1125" b="1">
                <a:solidFill>
                  <a:srgbClr val="C8F36C"/>
                </a:solidFill>
                <a:latin typeface="Arial"/>
                <a:ea typeface="Arial"/>
                <a:cs typeface="Arial"/>
              </a:defRPr>
            </a:lvl6pPr>
            <a:lvl7pPr algn="l">
              <a:defRPr sz="1125" b="1">
                <a:solidFill>
                  <a:srgbClr val="C8F36C"/>
                </a:solidFill>
                <a:latin typeface="Arial"/>
                <a:ea typeface="Arial"/>
                <a:cs typeface="Arial"/>
              </a:defRPr>
            </a:lvl7pPr>
            <a:lvl8pPr algn="l">
              <a:defRPr sz="1125" b="1">
                <a:solidFill>
                  <a:srgbClr val="C8F36C"/>
                </a:solidFill>
                <a:latin typeface="Arial"/>
                <a:ea typeface="Arial"/>
                <a:cs typeface="Arial"/>
              </a:defRPr>
            </a:lvl8pPr>
            <a:lvl9pPr algn="l">
              <a:defRPr sz="1125" b="1">
                <a:solidFill>
                  <a:srgbClr val="C8F36C"/>
                </a:solidFill>
                <a:latin typeface="Arial"/>
                <a:ea typeface="Arial"/>
                <a:cs typeface="Arial"/>
              </a:defRPr>
            </a:lvl9pPr>
          </a:lstStyle>
          <a:p xmlns:a="http://schemas.openxmlformats.org/drawingml/2006/main">
            <a:pPr algn="l">
              <a:defRPr sz="1125" b="1">
                <a:solidFill>
                  <a:srgbClr val="C8F36C"/>
                </a:solidFill>
                <a:latin typeface="Arial"/>
                <a:ea typeface="Arial"/>
                <a:cs typeface="Arial"/>
              </a:defRPr>
            </a:pPr>
            <a:r>
              <a:rPr sz="1125" b="1">
                <a:solidFill>
                  <a:srgbClr val="C8F36C"/>
                </a:solidFill>
                <a:latin typeface="Arial"/>
                <a:ea typeface="Arial"/>
                <a:cs typeface="Arial"/>
              </a:rPr>
              <a:t>ĐIỀU SLINK CẦN</a:t>
            </a:r>
          </a:p>
        </p:txBody>
      </p:sp>
      <p:sp>
        <p:nvSpPr>
          <p:cNvPr id="10" name="">
            <a:extLst xmlns:a="http://schemas.openxmlformats.org/drawingml/2006/main">
              <a:ext uri="{FF2B5EF4-FFF2-40B4-BE49-F238E27FC236}">
                <a16:creationId xmlns:a16="http://schemas.microsoft.com/office/drawing/2014/main" id="{B26AE0CA-D3C0-4D9E-8E4F-EEE570EB5EB1}"/>
              </a:ext>
            </a:extLst>
          </p:cNvPr>
          <p:cNvSpPr>
            <a:spLocks xmlns:a="http://schemas.openxmlformats.org/drawingml/2006/main" noGrp="1"/>
          </p:cNvSpPr>
          <p:nvPr/>
        </p:nvSpPr>
        <p:spPr>
          <a:xfrm xmlns:a="http://schemas.openxmlformats.org/drawingml/2006/main">
            <a:off x="8096250" y="2705100"/>
            <a:ext cx="31432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Ba cửa hàng thử nghiệm, phản hồi của người bán và quyền sandbox từ đối tác khi chọn connector.</a:t>
            </a:r>
          </a:p>
        </p:txBody>
      </p:sp>
      <p:sp>
        <p:nvSpPr>
          <p:cNvPr id="11" name="">
            <a:extLst xmlns:a="http://schemas.openxmlformats.org/drawingml/2006/main">
              <a:ext uri="{FF2B5EF4-FFF2-40B4-BE49-F238E27FC236}">
                <a16:creationId xmlns:a16="http://schemas.microsoft.com/office/drawing/2014/main" id="{484CFAC3-8E60-4D36-A933-76487ADCF427}"/>
              </a:ext>
            </a:extLst>
          </p:cNvPr>
          <p:cNvSpPr>
            <a:spLocks xmlns:a="http://schemas.openxmlformats.org/drawingml/2006/main" noGrp="1"/>
          </p:cNvSpPr>
          <p:nvPr/>
        </p:nvSpPr>
        <p:spPr>
          <a:xfrm xmlns:a="http://schemas.openxmlformats.org/drawingml/2006/main">
            <a:off x="781050" y="5276850"/>
            <a:ext cx="10572750" cy="9525"/>
          </a:xfrm>
          <a:prstGeom xmlns:a="http://schemas.openxmlformats.org/drawingml/2006/main" prst="rect">
            <a:avLst/>
          </a:prstGeom>
          <a:solidFill xmlns:a="http://schemas.openxmlformats.org/drawingml/2006/main">
            <a:srgbClr val="52736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567567-CC83-47B7-8B54-69DC6AA87D79}"/>
              </a:ext>
            </a:extLst>
          </p:cNvPr>
          <p:cNvSpPr>
            <a:spLocks xmlns:a="http://schemas.openxmlformats.org/drawingml/2006/main" noGrp="1"/>
          </p:cNvSpPr>
          <p:nvPr/>
        </p:nvSpPr>
        <p:spPr>
          <a:xfrm xmlns:a="http://schemas.openxmlformats.org/drawingml/2006/main">
            <a:off x="781050" y="5543550"/>
            <a:ext cx="1047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1725" b="1">
                <a:solidFill>
                  <a:srgbClr val="E1E9E2"/>
                </a:solidFill>
                <a:latin typeface="Arial"/>
                <a:ea typeface="Arial"/>
                <a:cs typeface="Arial"/>
              </a:defRPr>
            </a:defPPr>
            <a:lvl1pPr algn="l">
              <a:defRPr sz="1725" b="1">
                <a:solidFill>
                  <a:srgbClr val="E1E9E2"/>
                </a:solidFill>
                <a:latin typeface="Arial"/>
                <a:ea typeface="Arial"/>
                <a:cs typeface="Arial"/>
              </a:defRPr>
            </a:lvl1pPr>
            <a:lvl2pPr algn="l">
              <a:defRPr sz="1725" b="1">
                <a:solidFill>
                  <a:srgbClr val="E1E9E2"/>
                </a:solidFill>
                <a:latin typeface="Arial"/>
                <a:ea typeface="Arial"/>
                <a:cs typeface="Arial"/>
              </a:defRPr>
            </a:lvl2pPr>
            <a:lvl3pPr algn="l">
              <a:defRPr sz="1725" b="1">
                <a:solidFill>
                  <a:srgbClr val="E1E9E2"/>
                </a:solidFill>
                <a:latin typeface="Arial"/>
                <a:ea typeface="Arial"/>
                <a:cs typeface="Arial"/>
              </a:defRPr>
            </a:lvl3pPr>
            <a:lvl4pPr algn="l">
              <a:defRPr sz="1725" b="1">
                <a:solidFill>
                  <a:srgbClr val="E1E9E2"/>
                </a:solidFill>
                <a:latin typeface="Arial"/>
                <a:ea typeface="Arial"/>
                <a:cs typeface="Arial"/>
              </a:defRPr>
            </a:lvl4pPr>
            <a:lvl5pPr algn="l">
              <a:defRPr sz="1725" b="1">
                <a:solidFill>
                  <a:srgbClr val="E1E9E2"/>
                </a:solidFill>
                <a:latin typeface="Arial"/>
                <a:ea typeface="Arial"/>
                <a:cs typeface="Arial"/>
              </a:defRPr>
            </a:lvl5pPr>
            <a:lvl6pPr algn="l">
              <a:defRPr sz="1725" b="1">
                <a:solidFill>
                  <a:srgbClr val="E1E9E2"/>
                </a:solidFill>
                <a:latin typeface="Arial"/>
                <a:ea typeface="Arial"/>
                <a:cs typeface="Arial"/>
              </a:defRPr>
            </a:lvl6pPr>
            <a:lvl7pPr algn="l">
              <a:defRPr sz="1725" b="1">
                <a:solidFill>
                  <a:srgbClr val="E1E9E2"/>
                </a:solidFill>
                <a:latin typeface="Arial"/>
                <a:ea typeface="Arial"/>
                <a:cs typeface="Arial"/>
              </a:defRPr>
            </a:lvl7pPr>
            <a:lvl8pPr algn="l">
              <a:defRPr sz="1725" b="1">
                <a:solidFill>
                  <a:srgbClr val="E1E9E2"/>
                </a:solidFill>
                <a:latin typeface="Arial"/>
                <a:ea typeface="Arial"/>
                <a:cs typeface="Arial"/>
              </a:defRPr>
            </a:lvl8pPr>
            <a:lvl9pPr algn="l">
              <a:defRPr sz="1725" b="1">
                <a:solidFill>
                  <a:srgbClr val="E1E9E2"/>
                </a:solidFill>
                <a:latin typeface="Arial"/>
                <a:ea typeface="Arial"/>
                <a:cs typeface="Arial"/>
              </a:defRPr>
            </a:lvl9pPr>
          </a:lstStyle>
          <a:p xmlns:a="http://schemas.openxmlformats.org/drawingml/2006/main">
            <a:pPr algn="l">
              <a:defRPr sz="1725" b="1">
                <a:solidFill>
                  <a:srgbClr val="E1E9E2"/>
                </a:solidFill>
                <a:latin typeface="Arial"/>
                <a:ea typeface="Arial"/>
                <a:cs typeface="Arial"/>
              </a:defRPr>
            </a:pPr>
            <a:r>
              <a:rPr sz="1725" b="1">
                <a:solidFill>
                  <a:srgbClr val="E1E9E2"/>
                </a:solidFill>
                <a:latin typeface="Arial"/>
                <a:ea typeface="Arial"/>
                <a:cs typeface="Arial"/>
              </a:rPr>
              <a:t>Mục tiêu: chứng minh Slink có thể giúp một cửa hàng bán và đối soát rõ ràng hơn — bằng thử nghiệm thật.</a:t>
            </a:r>
          </a:p>
        </p:txBody>
      </p:sp>
      <p:sp>
        <p:nvSpPr>
          <p:cNvPr id="13" name="">
            <a:extLst xmlns:a="http://schemas.openxmlformats.org/drawingml/2006/main">
              <a:ext uri="{FF2B5EF4-FFF2-40B4-BE49-F238E27FC236}">
                <a16:creationId xmlns:a16="http://schemas.microsoft.com/office/drawing/2014/main" id="{4C728FBB-AAA5-4DBC-A0F3-3B69800F2814}"/>
              </a:ext>
            </a:extLst>
          </p:cNvPr>
          <p:cNvSpPr>
            <a:spLocks xmlns:a="http://schemas.openxmlformats.org/drawingml/2006/main" noGrp="1"/>
          </p:cNvSpPr>
          <p:nvPr/>
        </p:nvSpPr>
        <p:spPr>
          <a:xfrm xmlns:a="http://schemas.openxmlformats.org/drawingml/2006/main">
            <a:off x="685800" y="643890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l">
              <a:defRPr sz="975" b="1">
                <a:solidFill>
                  <a:srgbClr val="C9D6CE"/>
                </a:solidFill>
                <a:latin typeface="Arial"/>
                <a:ea typeface="Arial"/>
                <a:cs typeface="Arial"/>
              </a:defRPr>
            </a:defPPr>
            <a:lvl1pPr algn="l">
              <a:defRPr sz="975" b="1">
                <a:solidFill>
                  <a:srgbClr val="C9D6CE"/>
                </a:solidFill>
                <a:latin typeface="Arial"/>
                <a:ea typeface="Arial"/>
                <a:cs typeface="Arial"/>
              </a:defRPr>
            </a:lvl1pPr>
            <a:lvl2pPr algn="l">
              <a:defRPr sz="975" b="1">
                <a:solidFill>
                  <a:srgbClr val="C9D6CE"/>
                </a:solidFill>
                <a:latin typeface="Arial"/>
                <a:ea typeface="Arial"/>
                <a:cs typeface="Arial"/>
              </a:defRPr>
            </a:lvl2pPr>
            <a:lvl3pPr algn="l">
              <a:defRPr sz="975" b="1">
                <a:solidFill>
                  <a:srgbClr val="C9D6CE"/>
                </a:solidFill>
                <a:latin typeface="Arial"/>
                <a:ea typeface="Arial"/>
                <a:cs typeface="Arial"/>
              </a:defRPr>
            </a:lvl3pPr>
            <a:lvl4pPr algn="l">
              <a:defRPr sz="975" b="1">
                <a:solidFill>
                  <a:srgbClr val="C9D6CE"/>
                </a:solidFill>
                <a:latin typeface="Arial"/>
                <a:ea typeface="Arial"/>
                <a:cs typeface="Arial"/>
              </a:defRPr>
            </a:lvl4pPr>
            <a:lvl5pPr algn="l">
              <a:defRPr sz="975" b="1">
                <a:solidFill>
                  <a:srgbClr val="C9D6CE"/>
                </a:solidFill>
                <a:latin typeface="Arial"/>
                <a:ea typeface="Arial"/>
                <a:cs typeface="Arial"/>
              </a:defRPr>
            </a:lvl5pPr>
            <a:lvl6pPr algn="l">
              <a:defRPr sz="975" b="1">
                <a:solidFill>
                  <a:srgbClr val="C9D6CE"/>
                </a:solidFill>
                <a:latin typeface="Arial"/>
                <a:ea typeface="Arial"/>
                <a:cs typeface="Arial"/>
              </a:defRPr>
            </a:lvl6pPr>
            <a:lvl7pPr algn="l">
              <a:defRPr sz="975" b="1">
                <a:solidFill>
                  <a:srgbClr val="C9D6CE"/>
                </a:solidFill>
                <a:latin typeface="Arial"/>
                <a:ea typeface="Arial"/>
                <a:cs typeface="Arial"/>
              </a:defRPr>
            </a:lvl7pPr>
            <a:lvl8pPr algn="l">
              <a:defRPr sz="975" b="1">
                <a:solidFill>
                  <a:srgbClr val="C9D6CE"/>
                </a:solidFill>
                <a:latin typeface="Arial"/>
                <a:ea typeface="Arial"/>
                <a:cs typeface="Arial"/>
              </a:defRPr>
            </a:lvl8pPr>
            <a:lvl9pPr algn="l">
              <a:defRPr sz="975" b="1">
                <a:solidFill>
                  <a:srgbClr val="C9D6CE"/>
                </a:solidFill>
                <a:latin typeface="Arial"/>
                <a:ea typeface="Arial"/>
                <a:cs typeface="Arial"/>
              </a:defRPr>
            </a:lvl9pPr>
          </a:lstStyle>
          <a:p xmlns:a="http://schemas.openxmlformats.org/drawingml/2006/main">
            <a:pPr algn="l">
              <a:defRPr sz="975" b="1">
                <a:solidFill>
                  <a:srgbClr val="C9D6CE"/>
                </a:solidFill>
                <a:latin typeface="Arial"/>
                <a:ea typeface="Arial"/>
                <a:cs typeface="Arial"/>
              </a:defRPr>
            </a:pPr>
            <a:r>
              <a:rPr sz="975" b="1">
                <a:solidFill>
                  <a:srgbClr val="C9D6CE"/>
                </a:solidFill>
                <a:latin typeface="Arial"/>
                <a:ea typeface="Arial"/>
                <a:cs typeface="Arial"/>
              </a:rPr>
              <a:t>SLINK  /  HỒ SƠ GIỚI THIỆU SẢN PHẨM</a:t>
            </a:r>
          </a:p>
        </p:txBody>
      </p:sp>
      <p:sp>
        <p:nvSpPr>
          <p:cNvPr id="14" name="">
            <a:extLst xmlns:a="http://schemas.openxmlformats.org/drawingml/2006/main">
              <a:ext uri="{FF2B5EF4-FFF2-40B4-BE49-F238E27FC236}">
                <a16:creationId xmlns:a16="http://schemas.microsoft.com/office/drawing/2014/main" id="{C88D54D1-6175-4A9B-BAB4-689C18FED5B8}"/>
              </a:ext>
            </a:extLst>
          </p:cNvPr>
          <p:cNvSpPr>
            <a:spLocks xmlns:a="http://schemas.openxmlformats.org/drawingml/2006/main" noGrp="1"/>
          </p:cNvSpPr>
          <p:nvPr/>
        </p:nvSpPr>
        <p:spPr>
          <a:xfrm xmlns:a="http://schemas.openxmlformats.org/drawingml/2006/main">
            <a:off x="11049000" y="64389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lstStyle xmlns:a="http://schemas.openxmlformats.org/drawingml/2006/main">
            <a:defPPr algn="r">
              <a:defRPr sz="975" b="1">
                <a:solidFill>
                  <a:srgbClr val="C9D6CE"/>
                </a:solidFill>
                <a:latin typeface="Arial"/>
                <a:ea typeface="Arial"/>
                <a:cs typeface="Arial"/>
              </a:defRPr>
            </a:defPPr>
            <a:lvl1pPr algn="r">
              <a:defRPr sz="975" b="1">
                <a:solidFill>
                  <a:srgbClr val="C9D6CE"/>
                </a:solidFill>
                <a:latin typeface="Arial"/>
                <a:ea typeface="Arial"/>
                <a:cs typeface="Arial"/>
              </a:defRPr>
            </a:lvl1pPr>
            <a:lvl2pPr algn="r">
              <a:defRPr sz="975" b="1">
                <a:solidFill>
                  <a:srgbClr val="C9D6CE"/>
                </a:solidFill>
                <a:latin typeface="Arial"/>
                <a:ea typeface="Arial"/>
                <a:cs typeface="Arial"/>
              </a:defRPr>
            </a:lvl2pPr>
            <a:lvl3pPr algn="r">
              <a:defRPr sz="975" b="1">
                <a:solidFill>
                  <a:srgbClr val="C9D6CE"/>
                </a:solidFill>
                <a:latin typeface="Arial"/>
                <a:ea typeface="Arial"/>
                <a:cs typeface="Arial"/>
              </a:defRPr>
            </a:lvl3pPr>
            <a:lvl4pPr algn="r">
              <a:defRPr sz="975" b="1">
                <a:solidFill>
                  <a:srgbClr val="C9D6CE"/>
                </a:solidFill>
                <a:latin typeface="Arial"/>
                <a:ea typeface="Arial"/>
                <a:cs typeface="Arial"/>
              </a:defRPr>
            </a:lvl4pPr>
            <a:lvl5pPr algn="r">
              <a:defRPr sz="975" b="1">
                <a:solidFill>
                  <a:srgbClr val="C9D6CE"/>
                </a:solidFill>
                <a:latin typeface="Arial"/>
                <a:ea typeface="Arial"/>
                <a:cs typeface="Arial"/>
              </a:defRPr>
            </a:lvl5pPr>
            <a:lvl6pPr algn="r">
              <a:defRPr sz="975" b="1">
                <a:solidFill>
                  <a:srgbClr val="C9D6CE"/>
                </a:solidFill>
                <a:latin typeface="Arial"/>
                <a:ea typeface="Arial"/>
                <a:cs typeface="Arial"/>
              </a:defRPr>
            </a:lvl6pPr>
            <a:lvl7pPr algn="r">
              <a:defRPr sz="975" b="1">
                <a:solidFill>
                  <a:srgbClr val="C9D6CE"/>
                </a:solidFill>
                <a:latin typeface="Arial"/>
                <a:ea typeface="Arial"/>
                <a:cs typeface="Arial"/>
              </a:defRPr>
            </a:lvl7pPr>
            <a:lvl8pPr algn="r">
              <a:defRPr sz="975" b="1">
                <a:solidFill>
                  <a:srgbClr val="C9D6CE"/>
                </a:solidFill>
                <a:latin typeface="Arial"/>
                <a:ea typeface="Arial"/>
                <a:cs typeface="Arial"/>
              </a:defRPr>
            </a:lvl8pPr>
            <a:lvl9pPr algn="r">
              <a:defRPr sz="975" b="1">
                <a:solidFill>
                  <a:srgbClr val="C9D6CE"/>
                </a:solidFill>
                <a:latin typeface="Arial"/>
                <a:ea typeface="Arial"/>
                <a:cs typeface="Arial"/>
              </a:defRPr>
            </a:lvl9pPr>
          </a:lstStyle>
          <a:p xmlns:a="http://schemas.openxmlformats.org/drawingml/2006/main">
            <a:pPr algn="r">
              <a:defRPr sz="975" b="1">
                <a:solidFill>
                  <a:srgbClr val="C9D6CE"/>
                </a:solidFill>
                <a:latin typeface="Arial"/>
                <a:ea typeface="Arial"/>
                <a:cs typeface="Arial"/>
              </a:defRPr>
            </a:pPr>
            <a:r>
              <a:rPr sz="975" b="1">
                <a:solidFill>
                  <a:srgbClr val="C9D6CE"/>
                </a:solidFill>
                <a:latin typeface="Arial"/>
                <a:ea typeface="Arial"/>
                <a:cs typeface="Arial"/>
              </a:rPr>
              <a:t>09</a:t>
            </a:r>
          </a:p>
        </p:txBody>
      </p:sp>
    </p:spTree>
    <p:extLst>
      <p:ext uri="{BB962C8B-B14F-4D97-AF65-F5344CB8AC3E}">
        <p14:creationId xmlns:p14="http://schemas.microsoft.com/office/powerpoint/2010/main" val="12870003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2026-10-20T11:23:03.9070000Z</dcterms:created>
  <dcterms:modified xsi:type="dcterms:W3CDTF">2026-10-20T11:23:03.9070000Z</dcterms:modified>
</coreProperties>
</file>